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BIZ UDPGothic Bold" charset="1" panose="020B0800000000000000"/>
      <p:regular r:id="rId39"/>
    </p:embeddedFont>
    <p:embeddedFont>
      <p:font typeface="Calibri (MS) Bold" charset="1" panose="020F0702030404030204"/>
      <p:regular r:id="rId40"/>
    </p:embeddedFont>
    <p:embeddedFont>
      <p:font typeface="Calibri (MS)" charset="1" panose="020F0502020204030204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notesMasters/notesMaster1.xml" Type="http://schemas.openxmlformats.org/officeDocument/2006/relationships/notesMaster"/><Relationship Id="rId37" Target="theme/theme2.xml" Type="http://schemas.openxmlformats.org/officeDocument/2006/relationships/theme"/><Relationship Id="rId38" Target="notesSlides/notesSlide1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notesSlides/notesSlide2.xml" Type="http://schemas.openxmlformats.org/officeDocument/2006/relationships/notesSlide"/><Relationship Id="rId43" Target="notesSlides/notesSlide3.xml" Type="http://schemas.openxmlformats.org/officeDocument/2006/relationships/notesSlide"/><Relationship Id="rId44" Target="notesSlides/notesSlide4.xml" Type="http://schemas.openxmlformats.org/officeDocument/2006/relationships/notesSlide"/><Relationship Id="rId45" Target="notesSlides/notesSlide5.xml" Type="http://schemas.openxmlformats.org/officeDocument/2006/relationships/notesSlide"/><Relationship Id="rId46" Target="notesSlides/notesSlide6.xml" Type="http://schemas.openxmlformats.org/officeDocument/2006/relationships/notesSlide"/><Relationship Id="rId47" Target="notesSlides/notesSlide7.xml" Type="http://schemas.openxmlformats.org/officeDocument/2006/relationships/notesSlide"/><Relationship Id="rId48" Target="notesSlides/notesSlide8.xml" Type="http://schemas.openxmlformats.org/officeDocument/2006/relationships/notesSlide"/><Relationship Id="rId49" Target="notesSlides/notesSlide9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0.xml" Type="http://schemas.openxmlformats.org/officeDocument/2006/relationships/notesSlide"/><Relationship Id="rId51" Target="notesSlides/notesSlide11.xml" Type="http://schemas.openxmlformats.org/officeDocument/2006/relationships/notesSlide"/><Relationship Id="rId52" Target="notesSlides/notesSlide12.xml" Type="http://schemas.openxmlformats.org/officeDocument/2006/relationships/notesSlide"/><Relationship Id="rId53" Target="notesSlides/notesSlide13.xml" Type="http://schemas.openxmlformats.org/officeDocument/2006/relationships/notesSlide"/><Relationship Id="rId54" Target="notesSlides/notesSlide14.xml" Type="http://schemas.openxmlformats.org/officeDocument/2006/relationships/notesSlide"/><Relationship Id="rId55" Target="notesSlides/notesSlide15.xml" Type="http://schemas.openxmlformats.org/officeDocument/2006/relationships/notesSlide"/><Relationship Id="rId56" Target="notesSlides/notesSlide16.xml" Type="http://schemas.openxmlformats.org/officeDocument/2006/relationships/notesSlide"/><Relationship Id="rId57" Target="notesSlides/notesSlide17.xml" Type="http://schemas.openxmlformats.org/officeDocument/2006/relationships/notesSlide"/><Relationship Id="rId58" Target="notesSlides/notesSlide18.xml" Type="http://schemas.openxmlformats.org/officeDocument/2006/relationships/notesSlide"/><Relationship Id="rId59" Target="notesSlides/notesSlide19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0.xml" Type="http://schemas.openxmlformats.org/officeDocument/2006/relationships/notesSlide"/><Relationship Id="rId61" Target="notesSlides/notesSlide21.xml" Type="http://schemas.openxmlformats.org/officeDocument/2006/relationships/notesSlide"/><Relationship Id="rId62" Target="notesSlides/notesSlide22.xml" Type="http://schemas.openxmlformats.org/officeDocument/2006/relationships/notesSlide"/><Relationship Id="rId63" Target="notesSlides/notesSlide23.xml" Type="http://schemas.openxmlformats.org/officeDocument/2006/relationships/notesSlide"/><Relationship Id="rId64" Target="notesSlides/notesSlide24.xml" Type="http://schemas.openxmlformats.org/officeDocument/2006/relationships/notesSlide"/><Relationship Id="rId65" Target="notesSlides/notesSlide25.xml" Type="http://schemas.openxmlformats.org/officeDocument/2006/relationships/notesSlide"/><Relationship Id="rId66" Target="notesSlides/notesSlide26.xml" Type="http://schemas.openxmlformats.org/officeDocument/2006/relationships/notesSlide"/><Relationship Id="rId67" Target="notesSlides/notesSlide27.xml" Type="http://schemas.openxmlformats.org/officeDocument/2006/relationships/notesSlide"/><Relationship Id="rId68" Target="notesSlides/notesSlide28.xml" Type="http://schemas.openxmlformats.org/officeDocument/2006/relationships/notesSlide"/><Relationship Id="rId69" Target="notesSlides/notesSlide29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30.xml" Type="http://schemas.openxmlformats.org/officeDocument/2006/relationships/notes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3ページ目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4ページ目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5ページ目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6ページ目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7ページ目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8ページ目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9ページ目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10ページ目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11ページ目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12ページ目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13ページ目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14ページ目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15ページ目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16ページ目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17ページ目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18ページ目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19ページ目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20ページ目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21ページ目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22ページ目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23ページ目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24ページ目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25ページ目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26ページ目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27ページ目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28ページ目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29ページ目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30ページ目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確かめる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DAHUf2JWN4Y</dc:identifier>
  <dcterms:modified xsi:type="dcterms:W3CDTF">2011-08-01T06:04:30Z</dcterms:modified>
  <cp:revision>1</cp:revision>
  <dc:title>pptx 30ページの規模テスト</dc:title>
</cp:coreProperties>
</file>