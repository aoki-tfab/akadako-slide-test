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この時間のねらいと、教師が言うことを書いた話者ノートです。実際の教材でも同じくらいの分量を入れます。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この時間のねらいと、教師が言うことを書いた話者ノートです。実際の教材でも同じくらいの分量を入れます。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この時間のねらいと、教師が言うことを書いた話者ノートです。実際の教材でも同じくらいの分量を入れます。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この時間のねらいと、教師が言うことを書いた話者ノートです。実際の教材でも同じくらいの分量を入れます。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この時間のねらいと、教師が言うことを書いた話者ノートです。実際の教材でも同じくらいの分量を入れます。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この時間のねらいと、教師が言うことを書いた話者ノートです。実際の教材でも同じくらいの分量を入れます。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この時間のねらいと、教師が言うことを書いた話者ノートです。実際の教材でも同じくらいの分量を入れます。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この時間のねらいと、教師が言うことを書いた話者ノートです。実際の教材でも同じくらいの分量を入れます。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この時間のねらいと、教師が言うことを書いた話者ノートです。実際の教材でも同じくらいの分量を入れます。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この時間のねらいと、教師が言うことを書いた話者ノートです。実際の教材でも同じくらいの分量を入れます。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この時間のねらいと、教師が言うことを書いた話者ノートです。実際の教材でも同じくらいの分量を入れます。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この時間のねらいと、教師が言うことを書いた話者ノートです。実際の教材でも同じくらいの分量を入れます。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この時間のねらいと、教師が言うことを書いた話者ノートです。実際の教材でも同じくらいの分量を入れます。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この時間のねらいと、教師が言うことを書いた話者ノートです。実際の教材でも同じくらいの分量を入れます。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この時間のねらいと、教師が言うことを書いた話者ノートです。実際の教材でも同じくらいの分量を入れます。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この時間のねらいと、教師が言うことを書いた話者ノートです。実際の教材でも同じくらいの分量を入れます。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この時間のねらいと、教師が言うことを書いた話者ノートです。実際の教材でも同じくらいの分量を入れます。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この時間のねらいと、教師が言うことを書いた話者ノートです。実際の教材でも同じくらいの分量を入れます。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この時間のねらいと、教師が言うことを書いた話者ノートです。実際の教材でも同じくらいの分量を入れます。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この時間のねらいと、教師が言うことを書いた話者ノートです。実際の教材でも同じくらいの分量を入れます。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この時間のねらいと、教師が言うことを書いた話者ノートです。実際の教材でも同じくらいの分量を入れます。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この時間のねらいと、教師が言うことを書いた話者ノートです。実際の教材でも同じくらいの分量を入れます。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この時間のねらいと、教師が言うことを書いた話者ノートです。実際の教材でも同じくらいの分量を入れます。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この時間のねらいと、教師が言うことを書いた話者ノートです。実際の教材でも同じくらいの分量を入れます。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この時間のねらいと、教師が言うことを書いた話者ノートです。実際の教材でも同じくらいの分量を入れます。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この時間のねらいと、教師が言うことを書いた話者ノートです。実際の教材でも同じくらいの分量を入れます。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この時間のねらいと、教師が言うことを書いた話者ノートです。実際の教材でも同じくらいの分量を入れます。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この時間のねらいと、教師が言うことを書いた話者ノートです。実際の教材でも同じくらいの分量を入れます。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この時間のねらいと、教師が言うことを書いた話者ノートです。実際の教材でも同じくらいの分量を入れます。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この時間のねらいと、教師が言うことを書いた話者ノートです。実際の教材でも同じくらいの分量を入れます。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35000" y="444500"/>
            <a:ext cx="10922000" cy="482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35000" y="444500"/>
            <a:ext cx="88900" cy="482600"/>
          </a:xfrm>
          <a:prstGeom prst="rect">
            <a:avLst/>
          </a:prstGeom>
          <a:solidFill>
            <a:srgbClr val="8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89000" y="444500"/>
            <a:ext cx="10160000" cy="482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BIZ UDPGothic"/>
              </a:rPr>
              <a:t>1ページ目　図形と枠線と矢印が最後まで残るか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5000" y="1333500"/>
            <a:ext cx="2667000" cy="889000"/>
          </a:xfrm>
          <a:prstGeom prst="roundRect">
            <a:avLst/>
          </a:prstGeom>
          <a:solidFill>
            <a:srgbClr val="FAFAFA"/>
          </a:solidFill>
          <a:ln w="31750">
            <a:solidFill>
              <a:srgbClr val="44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35000" y="1333500"/>
            <a:ext cx="2667000" cy="889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1A1A1A"/>
                </a:solidFill>
                <a:latin typeface="BIZ UDPGothic"/>
              </a:rPr>
              <a:t>送る側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556000" y="1587500"/>
            <a:ext cx="1270000" cy="508000"/>
          </a:xfrm>
          <a:prstGeom prst="rightArrow">
            <a:avLst/>
          </a:prstGeom>
          <a:solidFill>
            <a:srgbClr val="3D3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80000" y="1333500"/>
            <a:ext cx="2794000" cy="889000"/>
          </a:xfrm>
          <a:prstGeom prst="roundRect">
            <a:avLst/>
          </a:prstGeom>
          <a:solidFill>
            <a:srgbClr val="FFE9C7"/>
          </a:solidFill>
          <a:ln w="31750">
            <a:solidFill>
              <a:srgbClr val="D08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080000" y="1333500"/>
            <a:ext cx="2794000" cy="889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C25E00"/>
                </a:solidFill>
                <a:latin typeface="BIZ UDPGothic"/>
              </a:rPr>
              <a:t>確かめる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128000" y="1778000"/>
            <a:ext cx="1143000" cy="0"/>
          </a:xfrm>
          <a:prstGeom prst="line">
            <a:avLst/>
          </a:prstGeom>
          <a:ln w="31750">
            <a:solidFill>
              <a:srgbClr val="3D3D3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9525000" y="1333500"/>
            <a:ext cx="2032000" cy="889000"/>
          </a:xfrm>
          <a:prstGeom prst="roundRect">
            <a:avLst/>
          </a:prstGeom>
          <a:solidFill>
            <a:srgbClr val="EAF4FF"/>
          </a:solidFill>
          <a:ln w="31750">
            <a:solidFill>
              <a:srgbClr val="3A7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25000" y="1333500"/>
            <a:ext cx="2032000" cy="889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14385F"/>
                </a:solidFill>
                <a:latin typeface="BIZ UDPGothic"/>
              </a:rPr>
              <a:t>返る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000" y="3175000"/>
            <a:ext cx="2540000" cy="8255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35000" y="3175000"/>
            <a:ext cx="2540000" cy="825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900" b="0">
                <a:solidFill>
                  <a:srgbClr val="1A1A1A"/>
                </a:solidFill>
                <a:latin typeface="BIZ UDPGothic"/>
              </a:rPr>
              <a:t>① していない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29000" y="3175000"/>
            <a:ext cx="2540000" cy="8255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3429000" y="3175000"/>
            <a:ext cx="2540000" cy="825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900" b="0">
                <a:solidFill>
                  <a:srgbClr val="1A1A1A"/>
                </a:solidFill>
                <a:latin typeface="BIZ UDPGothic"/>
              </a:rPr>
              <a:t>② 1〜2回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23000" y="3175000"/>
            <a:ext cx="2540000" cy="8255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223000" y="3175000"/>
            <a:ext cx="2540000" cy="825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900" b="0">
                <a:solidFill>
                  <a:srgbClr val="1A1A1A"/>
                </a:solidFill>
                <a:latin typeface="BIZ UDPGothic"/>
              </a:rPr>
              <a:t>③ 3〜5回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17000" y="3175000"/>
            <a:ext cx="2540000" cy="8255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017000" y="3175000"/>
            <a:ext cx="2540000" cy="825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900" b="0">
                <a:solidFill>
                  <a:srgbClr val="1A1A1A"/>
                </a:solidFill>
                <a:latin typeface="BIZ UDPGothic"/>
              </a:rPr>
              <a:t>④ 6回以上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000" y="4445000"/>
            <a:ext cx="10922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BIZ UDPGothic"/>
              </a:rPr>
              <a:t>本文が入ります。ページ数が増えても図形が消えないかを見るための検証です。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35000" y="444500"/>
            <a:ext cx="10922000" cy="482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35000" y="444500"/>
            <a:ext cx="88900" cy="482600"/>
          </a:xfrm>
          <a:prstGeom prst="rect">
            <a:avLst/>
          </a:prstGeom>
          <a:solidFill>
            <a:srgbClr val="8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89000" y="444500"/>
            <a:ext cx="10160000" cy="482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BIZ UDPGothic"/>
              </a:rPr>
              <a:t>2ページ目　図形と枠線と矢印が最後まで残るか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5000" y="1333500"/>
            <a:ext cx="2667000" cy="889000"/>
          </a:xfrm>
          <a:prstGeom prst="roundRect">
            <a:avLst/>
          </a:prstGeom>
          <a:solidFill>
            <a:srgbClr val="FAFAFA"/>
          </a:solidFill>
          <a:ln w="31750">
            <a:solidFill>
              <a:srgbClr val="44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35000" y="1333500"/>
            <a:ext cx="2667000" cy="889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1A1A1A"/>
                </a:solidFill>
                <a:latin typeface="BIZ UDPGothic"/>
              </a:rPr>
              <a:t>送る側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556000" y="1587500"/>
            <a:ext cx="1270000" cy="508000"/>
          </a:xfrm>
          <a:prstGeom prst="rightArrow">
            <a:avLst/>
          </a:prstGeom>
          <a:solidFill>
            <a:srgbClr val="3D3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80000" y="1333500"/>
            <a:ext cx="2794000" cy="889000"/>
          </a:xfrm>
          <a:prstGeom prst="roundRect">
            <a:avLst/>
          </a:prstGeom>
          <a:solidFill>
            <a:srgbClr val="FFE9C7"/>
          </a:solidFill>
          <a:ln w="31750">
            <a:solidFill>
              <a:srgbClr val="D08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080000" y="1333500"/>
            <a:ext cx="2794000" cy="889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C25E00"/>
                </a:solidFill>
                <a:latin typeface="BIZ UDPGothic"/>
              </a:rPr>
              <a:t>確かめる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128000" y="1778000"/>
            <a:ext cx="1143000" cy="0"/>
          </a:xfrm>
          <a:prstGeom prst="line">
            <a:avLst/>
          </a:prstGeom>
          <a:ln w="31750">
            <a:solidFill>
              <a:srgbClr val="3D3D3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9525000" y="1333500"/>
            <a:ext cx="2032000" cy="889000"/>
          </a:xfrm>
          <a:prstGeom prst="roundRect">
            <a:avLst/>
          </a:prstGeom>
          <a:solidFill>
            <a:srgbClr val="EAF4FF"/>
          </a:solidFill>
          <a:ln w="31750">
            <a:solidFill>
              <a:srgbClr val="3A7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25000" y="1333500"/>
            <a:ext cx="2032000" cy="889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14385F"/>
                </a:solidFill>
                <a:latin typeface="BIZ UDPGothic"/>
              </a:rPr>
              <a:t>返る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000" y="3175000"/>
            <a:ext cx="2540000" cy="8255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35000" y="3175000"/>
            <a:ext cx="2540000" cy="825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900" b="0">
                <a:solidFill>
                  <a:srgbClr val="1A1A1A"/>
                </a:solidFill>
                <a:latin typeface="BIZ UDPGothic"/>
              </a:rPr>
              <a:t>① していない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29000" y="3175000"/>
            <a:ext cx="2540000" cy="8255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3429000" y="3175000"/>
            <a:ext cx="2540000" cy="825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900" b="0">
                <a:solidFill>
                  <a:srgbClr val="1A1A1A"/>
                </a:solidFill>
                <a:latin typeface="BIZ UDPGothic"/>
              </a:rPr>
              <a:t>② 1〜2回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23000" y="3175000"/>
            <a:ext cx="2540000" cy="8255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223000" y="3175000"/>
            <a:ext cx="2540000" cy="825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900" b="0">
                <a:solidFill>
                  <a:srgbClr val="1A1A1A"/>
                </a:solidFill>
                <a:latin typeface="BIZ UDPGothic"/>
              </a:rPr>
              <a:t>③ 3〜5回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17000" y="3175000"/>
            <a:ext cx="2540000" cy="8255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017000" y="3175000"/>
            <a:ext cx="2540000" cy="825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900" b="0">
                <a:solidFill>
                  <a:srgbClr val="1A1A1A"/>
                </a:solidFill>
                <a:latin typeface="BIZ UDPGothic"/>
              </a:rPr>
              <a:t>④ 6回以上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000" y="4445000"/>
            <a:ext cx="10922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BIZ UDPGothic"/>
              </a:rPr>
              <a:t>本文が入ります。ページ数が増えても図形が消えないかを見るための検証です。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35000" y="444500"/>
            <a:ext cx="10922000" cy="482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35000" y="444500"/>
            <a:ext cx="88900" cy="482600"/>
          </a:xfrm>
          <a:prstGeom prst="rect">
            <a:avLst/>
          </a:prstGeom>
          <a:solidFill>
            <a:srgbClr val="8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89000" y="444500"/>
            <a:ext cx="10160000" cy="482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BIZ UDPGothic"/>
              </a:rPr>
              <a:t>3ページ目　図形と枠線と矢印が最後まで残るか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5000" y="1333500"/>
            <a:ext cx="2667000" cy="889000"/>
          </a:xfrm>
          <a:prstGeom prst="roundRect">
            <a:avLst/>
          </a:prstGeom>
          <a:solidFill>
            <a:srgbClr val="FAFAFA"/>
          </a:solidFill>
          <a:ln w="31750">
            <a:solidFill>
              <a:srgbClr val="44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35000" y="1333500"/>
            <a:ext cx="2667000" cy="889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1A1A1A"/>
                </a:solidFill>
                <a:latin typeface="BIZ UDPGothic"/>
              </a:rPr>
              <a:t>送る側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556000" y="1587500"/>
            <a:ext cx="1270000" cy="508000"/>
          </a:xfrm>
          <a:prstGeom prst="rightArrow">
            <a:avLst/>
          </a:prstGeom>
          <a:solidFill>
            <a:srgbClr val="3D3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80000" y="1333500"/>
            <a:ext cx="2794000" cy="889000"/>
          </a:xfrm>
          <a:prstGeom prst="roundRect">
            <a:avLst/>
          </a:prstGeom>
          <a:solidFill>
            <a:srgbClr val="FFE9C7"/>
          </a:solidFill>
          <a:ln w="31750">
            <a:solidFill>
              <a:srgbClr val="D08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080000" y="1333500"/>
            <a:ext cx="2794000" cy="889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C25E00"/>
                </a:solidFill>
                <a:latin typeface="BIZ UDPGothic"/>
              </a:rPr>
              <a:t>確かめる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128000" y="1778000"/>
            <a:ext cx="1143000" cy="0"/>
          </a:xfrm>
          <a:prstGeom prst="line">
            <a:avLst/>
          </a:prstGeom>
          <a:ln w="31750">
            <a:solidFill>
              <a:srgbClr val="3D3D3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9525000" y="1333500"/>
            <a:ext cx="2032000" cy="889000"/>
          </a:xfrm>
          <a:prstGeom prst="roundRect">
            <a:avLst/>
          </a:prstGeom>
          <a:solidFill>
            <a:srgbClr val="EAF4FF"/>
          </a:solidFill>
          <a:ln w="31750">
            <a:solidFill>
              <a:srgbClr val="3A7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25000" y="1333500"/>
            <a:ext cx="2032000" cy="889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14385F"/>
                </a:solidFill>
                <a:latin typeface="BIZ UDPGothic"/>
              </a:rPr>
              <a:t>返る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000" y="3175000"/>
            <a:ext cx="2540000" cy="8255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35000" y="3175000"/>
            <a:ext cx="2540000" cy="825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900" b="0">
                <a:solidFill>
                  <a:srgbClr val="1A1A1A"/>
                </a:solidFill>
                <a:latin typeface="BIZ UDPGothic"/>
              </a:rPr>
              <a:t>① していない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29000" y="3175000"/>
            <a:ext cx="2540000" cy="8255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3429000" y="3175000"/>
            <a:ext cx="2540000" cy="825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900" b="0">
                <a:solidFill>
                  <a:srgbClr val="1A1A1A"/>
                </a:solidFill>
                <a:latin typeface="BIZ UDPGothic"/>
              </a:rPr>
              <a:t>② 1〜2回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23000" y="3175000"/>
            <a:ext cx="2540000" cy="8255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223000" y="3175000"/>
            <a:ext cx="2540000" cy="825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900" b="0">
                <a:solidFill>
                  <a:srgbClr val="1A1A1A"/>
                </a:solidFill>
                <a:latin typeface="BIZ UDPGothic"/>
              </a:rPr>
              <a:t>③ 3〜5回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17000" y="3175000"/>
            <a:ext cx="2540000" cy="8255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017000" y="3175000"/>
            <a:ext cx="2540000" cy="825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900" b="0">
                <a:solidFill>
                  <a:srgbClr val="1A1A1A"/>
                </a:solidFill>
                <a:latin typeface="BIZ UDPGothic"/>
              </a:rPr>
              <a:t>④ 6回以上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000" y="4445000"/>
            <a:ext cx="10922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BIZ UDPGothic"/>
              </a:rPr>
              <a:t>本文が入ります。ページ数が増えても図形が消えないかを見るための検証です。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35000" y="444500"/>
            <a:ext cx="10922000" cy="482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35000" y="444500"/>
            <a:ext cx="88900" cy="482600"/>
          </a:xfrm>
          <a:prstGeom prst="rect">
            <a:avLst/>
          </a:prstGeom>
          <a:solidFill>
            <a:srgbClr val="8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89000" y="444500"/>
            <a:ext cx="10160000" cy="482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BIZ UDPGothic"/>
              </a:rPr>
              <a:t>4ページ目　図形と枠線と矢印が最後まで残るか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5000" y="1333500"/>
            <a:ext cx="2667000" cy="889000"/>
          </a:xfrm>
          <a:prstGeom prst="roundRect">
            <a:avLst/>
          </a:prstGeom>
          <a:solidFill>
            <a:srgbClr val="FAFAFA"/>
          </a:solidFill>
          <a:ln w="31750">
            <a:solidFill>
              <a:srgbClr val="44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35000" y="1333500"/>
            <a:ext cx="2667000" cy="889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1A1A1A"/>
                </a:solidFill>
                <a:latin typeface="BIZ UDPGothic"/>
              </a:rPr>
              <a:t>送る側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556000" y="1587500"/>
            <a:ext cx="1270000" cy="508000"/>
          </a:xfrm>
          <a:prstGeom prst="rightArrow">
            <a:avLst/>
          </a:prstGeom>
          <a:solidFill>
            <a:srgbClr val="3D3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80000" y="1333500"/>
            <a:ext cx="2794000" cy="889000"/>
          </a:xfrm>
          <a:prstGeom prst="roundRect">
            <a:avLst/>
          </a:prstGeom>
          <a:solidFill>
            <a:srgbClr val="FFE9C7"/>
          </a:solidFill>
          <a:ln w="31750">
            <a:solidFill>
              <a:srgbClr val="D08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080000" y="1333500"/>
            <a:ext cx="2794000" cy="889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C25E00"/>
                </a:solidFill>
                <a:latin typeface="BIZ UDPGothic"/>
              </a:rPr>
              <a:t>確かめる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128000" y="1778000"/>
            <a:ext cx="1143000" cy="0"/>
          </a:xfrm>
          <a:prstGeom prst="line">
            <a:avLst/>
          </a:prstGeom>
          <a:ln w="31750">
            <a:solidFill>
              <a:srgbClr val="3D3D3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9525000" y="1333500"/>
            <a:ext cx="2032000" cy="889000"/>
          </a:xfrm>
          <a:prstGeom prst="roundRect">
            <a:avLst/>
          </a:prstGeom>
          <a:solidFill>
            <a:srgbClr val="EAF4FF"/>
          </a:solidFill>
          <a:ln w="31750">
            <a:solidFill>
              <a:srgbClr val="3A7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25000" y="1333500"/>
            <a:ext cx="2032000" cy="889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14385F"/>
                </a:solidFill>
                <a:latin typeface="BIZ UDPGothic"/>
              </a:rPr>
              <a:t>返る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000" y="3175000"/>
            <a:ext cx="2540000" cy="8255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35000" y="3175000"/>
            <a:ext cx="2540000" cy="825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900" b="0">
                <a:solidFill>
                  <a:srgbClr val="1A1A1A"/>
                </a:solidFill>
                <a:latin typeface="BIZ UDPGothic"/>
              </a:rPr>
              <a:t>① していない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29000" y="3175000"/>
            <a:ext cx="2540000" cy="8255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3429000" y="3175000"/>
            <a:ext cx="2540000" cy="825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900" b="0">
                <a:solidFill>
                  <a:srgbClr val="1A1A1A"/>
                </a:solidFill>
                <a:latin typeface="BIZ UDPGothic"/>
              </a:rPr>
              <a:t>② 1〜2回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23000" y="3175000"/>
            <a:ext cx="2540000" cy="8255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223000" y="3175000"/>
            <a:ext cx="2540000" cy="825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900" b="0">
                <a:solidFill>
                  <a:srgbClr val="1A1A1A"/>
                </a:solidFill>
                <a:latin typeface="BIZ UDPGothic"/>
              </a:rPr>
              <a:t>③ 3〜5回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17000" y="3175000"/>
            <a:ext cx="2540000" cy="8255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017000" y="3175000"/>
            <a:ext cx="2540000" cy="825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900" b="0">
                <a:solidFill>
                  <a:srgbClr val="1A1A1A"/>
                </a:solidFill>
                <a:latin typeface="BIZ UDPGothic"/>
              </a:rPr>
              <a:t>④ 6回以上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000" y="4445000"/>
            <a:ext cx="10922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BIZ UDPGothic"/>
              </a:rPr>
              <a:t>本文が入ります。ページ数が増えても図形が消えないかを見るための検証です。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35000" y="444500"/>
            <a:ext cx="10922000" cy="482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35000" y="444500"/>
            <a:ext cx="88900" cy="482600"/>
          </a:xfrm>
          <a:prstGeom prst="rect">
            <a:avLst/>
          </a:prstGeom>
          <a:solidFill>
            <a:srgbClr val="8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89000" y="444500"/>
            <a:ext cx="10160000" cy="482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BIZ UDPGothic"/>
              </a:rPr>
              <a:t>5ページ目　図形と枠線と矢印が最後まで残るか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5000" y="1333500"/>
            <a:ext cx="2667000" cy="889000"/>
          </a:xfrm>
          <a:prstGeom prst="roundRect">
            <a:avLst/>
          </a:prstGeom>
          <a:solidFill>
            <a:srgbClr val="FAFAFA"/>
          </a:solidFill>
          <a:ln w="31750">
            <a:solidFill>
              <a:srgbClr val="44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35000" y="1333500"/>
            <a:ext cx="2667000" cy="889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1A1A1A"/>
                </a:solidFill>
                <a:latin typeface="BIZ UDPGothic"/>
              </a:rPr>
              <a:t>送る側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556000" y="1587500"/>
            <a:ext cx="1270000" cy="508000"/>
          </a:xfrm>
          <a:prstGeom prst="rightArrow">
            <a:avLst/>
          </a:prstGeom>
          <a:solidFill>
            <a:srgbClr val="3D3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80000" y="1333500"/>
            <a:ext cx="2794000" cy="889000"/>
          </a:xfrm>
          <a:prstGeom prst="roundRect">
            <a:avLst/>
          </a:prstGeom>
          <a:solidFill>
            <a:srgbClr val="FFE9C7"/>
          </a:solidFill>
          <a:ln w="31750">
            <a:solidFill>
              <a:srgbClr val="D08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080000" y="1333500"/>
            <a:ext cx="2794000" cy="889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C25E00"/>
                </a:solidFill>
                <a:latin typeface="BIZ UDPGothic"/>
              </a:rPr>
              <a:t>確かめる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128000" y="1778000"/>
            <a:ext cx="1143000" cy="0"/>
          </a:xfrm>
          <a:prstGeom prst="line">
            <a:avLst/>
          </a:prstGeom>
          <a:ln w="31750">
            <a:solidFill>
              <a:srgbClr val="3D3D3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9525000" y="1333500"/>
            <a:ext cx="2032000" cy="889000"/>
          </a:xfrm>
          <a:prstGeom prst="roundRect">
            <a:avLst/>
          </a:prstGeom>
          <a:solidFill>
            <a:srgbClr val="EAF4FF"/>
          </a:solidFill>
          <a:ln w="31750">
            <a:solidFill>
              <a:srgbClr val="3A7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25000" y="1333500"/>
            <a:ext cx="2032000" cy="889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14385F"/>
                </a:solidFill>
                <a:latin typeface="BIZ UDPGothic"/>
              </a:rPr>
              <a:t>返る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000" y="3175000"/>
            <a:ext cx="2540000" cy="8255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35000" y="3175000"/>
            <a:ext cx="2540000" cy="825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900" b="0">
                <a:solidFill>
                  <a:srgbClr val="1A1A1A"/>
                </a:solidFill>
                <a:latin typeface="BIZ UDPGothic"/>
              </a:rPr>
              <a:t>① していない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29000" y="3175000"/>
            <a:ext cx="2540000" cy="8255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3429000" y="3175000"/>
            <a:ext cx="2540000" cy="825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900" b="0">
                <a:solidFill>
                  <a:srgbClr val="1A1A1A"/>
                </a:solidFill>
                <a:latin typeface="BIZ UDPGothic"/>
              </a:rPr>
              <a:t>② 1〜2回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23000" y="3175000"/>
            <a:ext cx="2540000" cy="8255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223000" y="3175000"/>
            <a:ext cx="2540000" cy="825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900" b="0">
                <a:solidFill>
                  <a:srgbClr val="1A1A1A"/>
                </a:solidFill>
                <a:latin typeface="BIZ UDPGothic"/>
              </a:rPr>
              <a:t>③ 3〜5回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17000" y="3175000"/>
            <a:ext cx="2540000" cy="8255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017000" y="3175000"/>
            <a:ext cx="2540000" cy="825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900" b="0">
                <a:solidFill>
                  <a:srgbClr val="1A1A1A"/>
                </a:solidFill>
                <a:latin typeface="BIZ UDPGothic"/>
              </a:rPr>
              <a:t>④ 6回以上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000" y="4445000"/>
            <a:ext cx="10922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BIZ UDPGothic"/>
              </a:rPr>
              <a:t>本文が入ります。ページ数が増えても図形が消えないかを見るための検証です。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35000" y="444500"/>
            <a:ext cx="10922000" cy="482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35000" y="444500"/>
            <a:ext cx="88900" cy="482600"/>
          </a:xfrm>
          <a:prstGeom prst="rect">
            <a:avLst/>
          </a:prstGeom>
          <a:solidFill>
            <a:srgbClr val="8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89000" y="444500"/>
            <a:ext cx="10160000" cy="482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BIZ UDPGothic"/>
              </a:rPr>
              <a:t>6ページ目　図形と枠線と矢印が最後まで残るか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5000" y="1333500"/>
            <a:ext cx="2667000" cy="889000"/>
          </a:xfrm>
          <a:prstGeom prst="roundRect">
            <a:avLst/>
          </a:prstGeom>
          <a:solidFill>
            <a:srgbClr val="FAFAFA"/>
          </a:solidFill>
          <a:ln w="31750">
            <a:solidFill>
              <a:srgbClr val="44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35000" y="1333500"/>
            <a:ext cx="2667000" cy="889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1A1A1A"/>
                </a:solidFill>
                <a:latin typeface="BIZ UDPGothic"/>
              </a:rPr>
              <a:t>送る側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556000" y="1587500"/>
            <a:ext cx="1270000" cy="508000"/>
          </a:xfrm>
          <a:prstGeom prst="rightArrow">
            <a:avLst/>
          </a:prstGeom>
          <a:solidFill>
            <a:srgbClr val="3D3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80000" y="1333500"/>
            <a:ext cx="2794000" cy="889000"/>
          </a:xfrm>
          <a:prstGeom prst="roundRect">
            <a:avLst/>
          </a:prstGeom>
          <a:solidFill>
            <a:srgbClr val="FFE9C7"/>
          </a:solidFill>
          <a:ln w="31750">
            <a:solidFill>
              <a:srgbClr val="D08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080000" y="1333500"/>
            <a:ext cx="2794000" cy="889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C25E00"/>
                </a:solidFill>
                <a:latin typeface="BIZ UDPGothic"/>
              </a:rPr>
              <a:t>確かめる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128000" y="1778000"/>
            <a:ext cx="1143000" cy="0"/>
          </a:xfrm>
          <a:prstGeom prst="line">
            <a:avLst/>
          </a:prstGeom>
          <a:ln w="31750">
            <a:solidFill>
              <a:srgbClr val="3D3D3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9525000" y="1333500"/>
            <a:ext cx="2032000" cy="889000"/>
          </a:xfrm>
          <a:prstGeom prst="roundRect">
            <a:avLst/>
          </a:prstGeom>
          <a:solidFill>
            <a:srgbClr val="EAF4FF"/>
          </a:solidFill>
          <a:ln w="31750">
            <a:solidFill>
              <a:srgbClr val="3A7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25000" y="1333500"/>
            <a:ext cx="2032000" cy="889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14385F"/>
                </a:solidFill>
                <a:latin typeface="BIZ UDPGothic"/>
              </a:rPr>
              <a:t>返る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000" y="3175000"/>
            <a:ext cx="2540000" cy="8255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35000" y="3175000"/>
            <a:ext cx="2540000" cy="825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900" b="0">
                <a:solidFill>
                  <a:srgbClr val="1A1A1A"/>
                </a:solidFill>
                <a:latin typeface="BIZ UDPGothic"/>
              </a:rPr>
              <a:t>① していない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29000" y="3175000"/>
            <a:ext cx="2540000" cy="8255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3429000" y="3175000"/>
            <a:ext cx="2540000" cy="825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900" b="0">
                <a:solidFill>
                  <a:srgbClr val="1A1A1A"/>
                </a:solidFill>
                <a:latin typeface="BIZ UDPGothic"/>
              </a:rPr>
              <a:t>② 1〜2回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23000" y="3175000"/>
            <a:ext cx="2540000" cy="8255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223000" y="3175000"/>
            <a:ext cx="2540000" cy="825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900" b="0">
                <a:solidFill>
                  <a:srgbClr val="1A1A1A"/>
                </a:solidFill>
                <a:latin typeface="BIZ UDPGothic"/>
              </a:rPr>
              <a:t>③ 3〜5回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17000" y="3175000"/>
            <a:ext cx="2540000" cy="8255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017000" y="3175000"/>
            <a:ext cx="2540000" cy="825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900" b="0">
                <a:solidFill>
                  <a:srgbClr val="1A1A1A"/>
                </a:solidFill>
                <a:latin typeface="BIZ UDPGothic"/>
              </a:rPr>
              <a:t>④ 6回以上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000" y="4445000"/>
            <a:ext cx="10922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BIZ UDPGothic"/>
              </a:rPr>
              <a:t>本文が入ります。ページ数が増えても図形が消えないかを見るための検証です。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35000" y="444500"/>
            <a:ext cx="10922000" cy="482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35000" y="444500"/>
            <a:ext cx="88900" cy="482600"/>
          </a:xfrm>
          <a:prstGeom prst="rect">
            <a:avLst/>
          </a:prstGeom>
          <a:solidFill>
            <a:srgbClr val="8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89000" y="444500"/>
            <a:ext cx="10160000" cy="482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BIZ UDPGothic"/>
              </a:rPr>
              <a:t>7ページ目　図形と枠線と矢印が最後まで残るか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5000" y="1333500"/>
            <a:ext cx="2667000" cy="889000"/>
          </a:xfrm>
          <a:prstGeom prst="roundRect">
            <a:avLst/>
          </a:prstGeom>
          <a:solidFill>
            <a:srgbClr val="FAFAFA"/>
          </a:solidFill>
          <a:ln w="31750">
            <a:solidFill>
              <a:srgbClr val="44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35000" y="1333500"/>
            <a:ext cx="2667000" cy="889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1A1A1A"/>
                </a:solidFill>
                <a:latin typeface="BIZ UDPGothic"/>
              </a:rPr>
              <a:t>送る側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556000" y="1587500"/>
            <a:ext cx="1270000" cy="508000"/>
          </a:xfrm>
          <a:prstGeom prst="rightArrow">
            <a:avLst/>
          </a:prstGeom>
          <a:solidFill>
            <a:srgbClr val="3D3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80000" y="1333500"/>
            <a:ext cx="2794000" cy="889000"/>
          </a:xfrm>
          <a:prstGeom prst="roundRect">
            <a:avLst/>
          </a:prstGeom>
          <a:solidFill>
            <a:srgbClr val="FFE9C7"/>
          </a:solidFill>
          <a:ln w="31750">
            <a:solidFill>
              <a:srgbClr val="D08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080000" y="1333500"/>
            <a:ext cx="2794000" cy="889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C25E00"/>
                </a:solidFill>
                <a:latin typeface="BIZ UDPGothic"/>
              </a:rPr>
              <a:t>確かめる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128000" y="1778000"/>
            <a:ext cx="1143000" cy="0"/>
          </a:xfrm>
          <a:prstGeom prst="line">
            <a:avLst/>
          </a:prstGeom>
          <a:ln w="31750">
            <a:solidFill>
              <a:srgbClr val="3D3D3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9525000" y="1333500"/>
            <a:ext cx="2032000" cy="889000"/>
          </a:xfrm>
          <a:prstGeom prst="roundRect">
            <a:avLst/>
          </a:prstGeom>
          <a:solidFill>
            <a:srgbClr val="EAF4FF"/>
          </a:solidFill>
          <a:ln w="31750">
            <a:solidFill>
              <a:srgbClr val="3A7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25000" y="1333500"/>
            <a:ext cx="2032000" cy="889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14385F"/>
                </a:solidFill>
                <a:latin typeface="BIZ UDPGothic"/>
              </a:rPr>
              <a:t>返る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000" y="3175000"/>
            <a:ext cx="2540000" cy="8255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35000" y="3175000"/>
            <a:ext cx="2540000" cy="825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900" b="0">
                <a:solidFill>
                  <a:srgbClr val="1A1A1A"/>
                </a:solidFill>
                <a:latin typeface="BIZ UDPGothic"/>
              </a:rPr>
              <a:t>① していない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29000" y="3175000"/>
            <a:ext cx="2540000" cy="8255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3429000" y="3175000"/>
            <a:ext cx="2540000" cy="825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900" b="0">
                <a:solidFill>
                  <a:srgbClr val="1A1A1A"/>
                </a:solidFill>
                <a:latin typeface="BIZ UDPGothic"/>
              </a:rPr>
              <a:t>② 1〜2回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23000" y="3175000"/>
            <a:ext cx="2540000" cy="8255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223000" y="3175000"/>
            <a:ext cx="2540000" cy="825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900" b="0">
                <a:solidFill>
                  <a:srgbClr val="1A1A1A"/>
                </a:solidFill>
                <a:latin typeface="BIZ UDPGothic"/>
              </a:rPr>
              <a:t>③ 3〜5回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17000" y="3175000"/>
            <a:ext cx="2540000" cy="8255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017000" y="3175000"/>
            <a:ext cx="2540000" cy="825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900" b="0">
                <a:solidFill>
                  <a:srgbClr val="1A1A1A"/>
                </a:solidFill>
                <a:latin typeface="BIZ UDPGothic"/>
              </a:rPr>
              <a:t>④ 6回以上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000" y="4445000"/>
            <a:ext cx="10922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BIZ UDPGothic"/>
              </a:rPr>
              <a:t>本文が入ります。ページ数が増えても図形が消えないかを見るための検証です。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35000" y="444500"/>
            <a:ext cx="10922000" cy="482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35000" y="444500"/>
            <a:ext cx="88900" cy="482600"/>
          </a:xfrm>
          <a:prstGeom prst="rect">
            <a:avLst/>
          </a:prstGeom>
          <a:solidFill>
            <a:srgbClr val="8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89000" y="444500"/>
            <a:ext cx="10160000" cy="482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BIZ UDPGothic"/>
              </a:rPr>
              <a:t>8ページ目　図形と枠線と矢印が最後まで残るか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5000" y="1333500"/>
            <a:ext cx="2667000" cy="889000"/>
          </a:xfrm>
          <a:prstGeom prst="roundRect">
            <a:avLst/>
          </a:prstGeom>
          <a:solidFill>
            <a:srgbClr val="FAFAFA"/>
          </a:solidFill>
          <a:ln w="31750">
            <a:solidFill>
              <a:srgbClr val="44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35000" y="1333500"/>
            <a:ext cx="2667000" cy="889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1A1A1A"/>
                </a:solidFill>
                <a:latin typeface="BIZ UDPGothic"/>
              </a:rPr>
              <a:t>送る側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556000" y="1587500"/>
            <a:ext cx="1270000" cy="508000"/>
          </a:xfrm>
          <a:prstGeom prst="rightArrow">
            <a:avLst/>
          </a:prstGeom>
          <a:solidFill>
            <a:srgbClr val="3D3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80000" y="1333500"/>
            <a:ext cx="2794000" cy="889000"/>
          </a:xfrm>
          <a:prstGeom prst="roundRect">
            <a:avLst/>
          </a:prstGeom>
          <a:solidFill>
            <a:srgbClr val="FFE9C7"/>
          </a:solidFill>
          <a:ln w="31750">
            <a:solidFill>
              <a:srgbClr val="D08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080000" y="1333500"/>
            <a:ext cx="2794000" cy="889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C25E00"/>
                </a:solidFill>
                <a:latin typeface="BIZ UDPGothic"/>
              </a:rPr>
              <a:t>確かめる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128000" y="1778000"/>
            <a:ext cx="1143000" cy="0"/>
          </a:xfrm>
          <a:prstGeom prst="line">
            <a:avLst/>
          </a:prstGeom>
          <a:ln w="31750">
            <a:solidFill>
              <a:srgbClr val="3D3D3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9525000" y="1333500"/>
            <a:ext cx="2032000" cy="889000"/>
          </a:xfrm>
          <a:prstGeom prst="roundRect">
            <a:avLst/>
          </a:prstGeom>
          <a:solidFill>
            <a:srgbClr val="EAF4FF"/>
          </a:solidFill>
          <a:ln w="31750">
            <a:solidFill>
              <a:srgbClr val="3A7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25000" y="1333500"/>
            <a:ext cx="2032000" cy="889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14385F"/>
                </a:solidFill>
                <a:latin typeface="BIZ UDPGothic"/>
              </a:rPr>
              <a:t>返る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000" y="3175000"/>
            <a:ext cx="2540000" cy="8255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35000" y="3175000"/>
            <a:ext cx="2540000" cy="825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900" b="0">
                <a:solidFill>
                  <a:srgbClr val="1A1A1A"/>
                </a:solidFill>
                <a:latin typeface="BIZ UDPGothic"/>
              </a:rPr>
              <a:t>① していない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29000" y="3175000"/>
            <a:ext cx="2540000" cy="8255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3429000" y="3175000"/>
            <a:ext cx="2540000" cy="825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900" b="0">
                <a:solidFill>
                  <a:srgbClr val="1A1A1A"/>
                </a:solidFill>
                <a:latin typeface="BIZ UDPGothic"/>
              </a:rPr>
              <a:t>② 1〜2回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23000" y="3175000"/>
            <a:ext cx="2540000" cy="8255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223000" y="3175000"/>
            <a:ext cx="2540000" cy="825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900" b="0">
                <a:solidFill>
                  <a:srgbClr val="1A1A1A"/>
                </a:solidFill>
                <a:latin typeface="BIZ UDPGothic"/>
              </a:rPr>
              <a:t>③ 3〜5回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17000" y="3175000"/>
            <a:ext cx="2540000" cy="8255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017000" y="3175000"/>
            <a:ext cx="2540000" cy="825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900" b="0">
                <a:solidFill>
                  <a:srgbClr val="1A1A1A"/>
                </a:solidFill>
                <a:latin typeface="BIZ UDPGothic"/>
              </a:rPr>
              <a:t>④ 6回以上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000" y="4445000"/>
            <a:ext cx="10922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BIZ UDPGothic"/>
              </a:rPr>
              <a:t>本文が入ります。ページ数が増えても図形が消えないかを見るための検証です。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35000" y="444500"/>
            <a:ext cx="10922000" cy="482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35000" y="444500"/>
            <a:ext cx="88900" cy="482600"/>
          </a:xfrm>
          <a:prstGeom prst="rect">
            <a:avLst/>
          </a:prstGeom>
          <a:solidFill>
            <a:srgbClr val="8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89000" y="444500"/>
            <a:ext cx="10160000" cy="482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BIZ UDPGothic"/>
              </a:rPr>
              <a:t>9ページ目　図形と枠線と矢印が最後まで残るか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5000" y="1333500"/>
            <a:ext cx="2667000" cy="889000"/>
          </a:xfrm>
          <a:prstGeom prst="roundRect">
            <a:avLst/>
          </a:prstGeom>
          <a:solidFill>
            <a:srgbClr val="FAFAFA"/>
          </a:solidFill>
          <a:ln w="31750">
            <a:solidFill>
              <a:srgbClr val="44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35000" y="1333500"/>
            <a:ext cx="2667000" cy="889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1A1A1A"/>
                </a:solidFill>
                <a:latin typeface="BIZ UDPGothic"/>
              </a:rPr>
              <a:t>送る側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556000" y="1587500"/>
            <a:ext cx="1270000" cy="508000"/>
          </a:xfrm>
          <a:prstGeom prst="rightArrow">
            <a:avLst/>
          </a:prstGeom>
          <a:solidFill>
            <a:srgbClr val="3D3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80000" y="1333500"/>
            <a:ext cx="2794000" cy="889000"/>
          </a:xfrm>
          <a:prstGeom prst="roundRect">
            <a:avLst/>
          </a:prstGeom>
          <a:solidFill>
            <a:srgbClr val="FFE9C7"/>
          </a:solidFill>
          <a:ln w="31750">
            <a:solidFill>
              <a:srgbClr val="D08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080000" y="1333500"/>
            <a:ext cx="2794000" cy="889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C25E00"/>
                </a:solidFill>
                <a:latin typeface="BIZ UDPGothic"/>
              </a:rPr>
              <a:t>確かめる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128000" y="1778000"/>
            <a:ext cx="1143000" cy="0"/>
          </a:xfrm>
          <a:prstGeom prst="line">
            <a:avLst/>
          </a:prstGeom>
          <a:ln w="31750">
            <a:solidFill>
              <a:srgbClr val="3D3D3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9525000" y="1333500"/>
            <a:ext cx="2032000" cy="889000"/>
          </a:xfrm>
          <a:prstGeom prst="roundRect">
            <a:avLst/>
          </a:prstGeom>
          <a:solidFill>
            <a:srgbClr val="EAF4FF"/>
          </a:solidFill>
          <a:ln w="31750">
            <a:solidFill>
              <a:srgbClr val="3A7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25000" y="1333500"/>
            <a:ext cx="2032000" cy="889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14385F"/>
                </a:solidFill>
                <a:latin typeface="BIZ UDPGothic"/>
              </a:rPr>
              <a:t>返る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000" y="3175000"/>
            <a:ext cx="2540000" cy="8255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35000" y="3175000"/>
            <a:ext cx="2540000" cy="825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900" b="0">
                <a:solidFill>
                  <a:srgbClr val="1A1A1A"/>
                </a:solidFill>
                <a:latin typeface="BIZ UDPGothic"/>
              </a:rPr>
              <a:t>① していない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29000" y="3175000"/>
            <a:ext cx="2540000" cy="8255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3429000" y="3175000"/>
            <a:ext cx="2540000" cy="825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900" b="0">
                <a:solidFill>
                  <a:srgbClr val="1A1A1A"/>
                </a:solidFill>
                <a:latin typeface="BIZ UDPGothic"/>
              </a:rPr>
              <a:t>② 1〜2回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23000" y="3175000"/>
            <a:ext cx="2540000" cy="8255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223000" y="3175000"/>
            <a:ext cx="2540000" cy="825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900" b="0">
                <a:solidFill>
                  <a:srgbClr val="1A1A1A"/>
                </a:solidFill>
                <a:latin typeface="BIZ UDPGothic"/>
              </a:rPr>
              <a:t>③ 3〜5回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17000" y="3175000"/>
            <a:ext cx="2540000" cy="8255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017000" y="3175000"/>
            <a:ext cx="2540000" cy="825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900" b="0">
                <a:solidFill>
                  <a:srgbClr val="1A1A1A"/>
                </a:solidFill>
                <a:latin typeface="BIZ UDPGothic"/>
              </a:rPr>
              <a:t>④ 6回以上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000" y="4445000"/>
            <a:ext cx="10922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BIZ UDPGothic"/>
              </a:rPr>
              <a:t>本文が入ります。ページ数が増えても図形が消えないかを見るための検証です。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35000" y="444500"/>
            <a:ext cx="10922000" cy="482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35000" y="444500"/>
            <a:ext cx="88900" cy="482600"/>
          </a:xfrm>
          <a:prstGeom prst="rect">
            <a:avLst/>
          </a:prstGeom>
          <a:solidFill>
            <a:srgbClr val="8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89000" y="444500"/>
            <a:ext cx="10160000" cy="482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BIZ UDPGothic"/>
              </a:rPr>
              <a:t>10ページ目　図形と枠線と矢印が最後まで残るか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5000" y="1333500"/>
            <a:ext cx="2667000" cy="889000"/>
          </a:xfrm>
          <a:prstGeom prst="roundRect">
            <a:avLst/>
          </a:prstGeom>
          <a:solidFill>
            <a:srgbClr val="FAFAFA"/>
          </a:solidFill>
          <a:ln w="31750">
            <a:solidFill>
              <a:srgbClr val="44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35000" y="1333500"/>
            <a:ext cx="2667000" cy="889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1A1A1A"/>
                </a:solidFill>
                <a:latin typeface="BIZ UDPGothic"/>
              </a:rPr>
              <a:t>送る側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556000" y="1587500"/>
            <a:ext cx="1270000" cy="508000"/>
          </a:xfrm>
          <a:prstGeom prst="rightArrow">
            <a:avLst/>
          </a:prstGeom>
          <a:solidFill>
            <a:srgbClr val="3D3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80000" y="1333500"/>
            <a:ext cx="2794000" cy="889000"/>
          </a:xfrm>
          <a:prstGeom prst="roundRect">
            <a:avLst/>
          </a:prstGeom>
          <a:solidFill>
            <a:srgbClr val="FFE9C7"/>
          </a:solidFill>
          <a:ln w="31750">
            <a:solidFill>
              <a:srgbClr val="D08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080000" y="1333500"/>
            <a:ext cx="2794000" cy="889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C25E00"/>
                </a:solidFill>
                <a:latin typeface="BIZ UDPGothic"/>
              </a:rPr>
              <a:t>確かめる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128000" y="1778000"/>
            <a:ext cx="1143000" cy="0"/>
          </a:xfrm>
          <a:prstGeom prst="line">
            <a:avLst/>
          </a:prstGeom>
          <a:ln w="31750">
            <a:solidFill>
              <a:srgbClr val="3D3D3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9525000" y="1333500"/>
            <a:ext cx="2032000" cy="889000"/>
          </a:xfrm>
          <a:prstGeom prst="roundRect">
            <a:avLst/>
          </a:prstGeom>
          <a:solidFill>
            <a:srgbClr val="EAF4FF"/>
          </a:solidFill>
          <a:ln w="31750">
            <a:solidFill>
              <a:srgbClr val="3A7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25000" y="1333500"/>
            <a:ext cx="2032000" cy="889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14385F"/>
                </a:solidFill>
                <a:latin typeface="BIZ UDPGothic"/>
              </a:rPr>
              <a:t>返る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000" y="3175000"/>
            <a:ext cx="2540000" cy="8255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35000" y="3175000"/>
            <a:ext cx="2540000" cy="825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900" b="0">
                <a:solidFill>
                  <a:srgbClr val="1A1A1A"/>
                </a:solidFill>
                <a:latin typeface="BIZ UDPGothic"/>
              </a:rPr>
              <a:t>① していない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29000" y="3175000"/>
            <a:ext cx="2540000" cy="8255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3429000" y="3175000"/>
            <a:ext cx="2540000" cy="825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900" b="0">
                <a:solidFill>
                  <a:srgbClr val="1A1A1A"/>
                </a:solidFill>
                <a:latin typeface="BIZ UDPGothic"/>
              </a:rPr>
              <a:t>② 1〜2回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23000" y="3175000"/>
            <a:ext cx="2540000" cy="8255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223000" y="3175000"/>
            <a:ext cx="2540000" cy="825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900" b="0">
                <a:solidFill>
                  <a:srgbClr val="1A1A1A"/>
                </a:solidFill>
                <a:latin typeface="BIZ UDPGothic"/>
              </a:rPr>
              <a:t>③ 3〜5回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17000" y="3175000"/>
            <a:ext cx="2540000" cy="8255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017000" y="3175000"/>
            <a:ext cx="2540000" cy="825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900" b="0">
                <a:solidFill>
                  <a:srgbClr val="1A1A1A"/>
                </a:solidFill>
                <a:latin typeface="BIZ UDPGothic"/>
              </a:rPr>
              <a:t>④ 6回以上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000" y="4445000"/>
            <a:ext cx="10922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BIZ UDPGothic"/>
              </a:rPr>
              <a:t>本文が入ります。ページ数が増えても図形が消えないかを見るための検証です。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35000" y="444500"/>
            <a:ext cx="10922000" cy="482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35000" y="444500"/>
            <a:ext cx="88900" cy="482600"/>
          </a:xfrm>
          <a:prstGeom prst="rect">
            <a:avLst/>
          </a:prstGeom>
          <a:solidFill>
            <a:srgbClr val="8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89000" y="444500"/>
            <a:ext cx="10160000" cy="482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BIZ UDPGothic"/>
              </a:rPr>
              <a:t>11ページ目　図形と枠線と矢印が最後まで残るか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5000" y="1333500"/>
            <a:ext cx="2667000" cy="889000"/>
          </a:xfrm>
          <a:prstGeom prst="roundRect">
            <a:avLst/>
          </a:prstGeom>
          <a:solidFill>
            <a:srgbClr val="FAFAFA"/>
          </a:solidFill>
          <a:ln w="31750">
            <a:solidFill>
              <a:srgbClr val="44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35000" y="1333500"/>
            <a:ext cx="2667000" cy="889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1A1A1A"/>
                </a:solidFill>
                <a:latin typeface="BIZ UDPGothic"/>
              </a:rPr>
              <a:t>送る側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556000" y="1587500"/>
            <a:ext cx="1270000" cy="508000"/>
          </a:xfrm>
          <a:prstGeom prst="rightArrow">
            <a:avLst/>
          </a:prstGeom>
          <a:solidFill>
            <a:srgbClr val="3D3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80000" y="1333500"/>
            <a:ext cx="2794000" cy="889000"/>
          </a:xfrm>
          <a:prstGeom prst="roundRect">
            <a:avLst/>
          </a:prstGeom>
          <a:solidFill>
            <a:srgbClr val="FFE9C7"/>
          </a:solidFill>
          <a:ln w="31750">
            <a:solidFill>
              <a:srgbClr val="D08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080000" y="1333500"/>
            <a:ext cx="2794000" cy="889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C25E00"/>
                </a:solidFill>
                <a:latin typeface="BIZ UDPGothic"/>
              </a:rPr>
              <a:t>確かめる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128000" y="1778000"/>
            <a:ext cx="1143000" cy="0"/>
          </a:xfrm>
          <a:prstGeom prst="line">
            <a:avLst/>
          </a:prstGeom>
          <a:ln w="31750">
            <a:solidFill>
              <a:srgbClr val="3D3D3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9525000" y="1333500"/>
            <a:ext cx="2032000" cy="889000"/>
          </a:xfrm>
          <a:prstGeom prst="roundRect">
            <a:avLst/>
          </a:prstGeom>
          <a:solidFill>
            <a:srgbClr val="EAF4FF"/>
          </a:solidFill>
          <a:ln w="31750">
            <a:solidFill>
              <a:srgbClr val="3A7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25000" y="1333500"/>
            <a:ext cx="2032000" cy="889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14385F"/>
                </a:solidFill>
                <a:latin typeface="BIZ UDPGothic"/>
              </a:rPr>
              <a:t>返る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000" y="3175000"/>
            <a:ext cx="2540000" cy="8255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35000" y="3175000"/>
            <a:ext cx="2540000" cy="825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900" b="0">
                <a:solidFill>
                  <a:srgbClr val="1A1A1A"/>
                </a:solidFill>
                <a:latin typeface="BIZ UDPGothic"/>
              </a:rPr>
              <a:t>① していない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29000" y="3175000"/>
            <a:ext cx="2540000" cy="8255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3429000" y="3175000"/>
            <a:ext cx="2540000" cy="825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900" b="0">
                <a:solidFill>
                  <a:srgbClr val="1A1A1A"/>
                </a:solidFill>
                <a:latin typeface="BIZ UDPGothic"/>
              </a:rPr>
              <a:t>② 1〜2回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23000" y="3175000"/>
            <a:ext cx="2540000" cy="8255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223000" y="3175000"/>
            <a:ext cx="2540000" cy="825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900" b="0">
                <a:solidFill>
                  <a:srgbClr val="1A1A1A"/>
                </a:solidFill>
                <a:latin typeface="BIZ UDPGothic"/>
              </a:rPr>
              <a:t>③ 3〜5回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17000" y="3175000"/>
            <a:ext cx="2540000" cy="8255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017000" y="3175000"/>
            <a:ext cx="2540000" cy="825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900" b="0">
                <a:solidFill>
                  <a:srgbClr val="1A1A1A"/>
                </a:solidFill>
                <a:latin typeface="BIZ UDPGothic"/>
              </a:rPr>
              <a:t>④ 6回以上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000" y="4445000"/>
            <a:ext cx="10922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BIZ UDPGothic"/>
              </a:rPr>
              <a:t>本文が入ります。ページ数が増えても図形が消えないかを見るための検証です。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35000" y="444500"/>
            <a:ext cx="10922000" cy="482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35000" y="444500"/>
            <a:ext cx="88900" cy="482600"/>
          </a:xfrm>
          <a:prstGeom prst="rect">
            <a:avLst/>
          </a:prstGeom>
          <a:solidFill>
            <a:srgbClr val="8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89000" y="444500"/>
            <a:ext cx="10160000" cy="482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BIZ UDPGothic"/>
              </a:rPr>
              <a:t>12ページ目　図形と枠線と矢印が最後まで残るか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5000" y="1333500"/>
            <a:ext cx="2667000" cy="889000"/>
          </a:xfrm>
          <a:prstGeom prst="roundRect">
            <a:avLst/>
          </a:prstGeom>
          <a:solidFill>
            <a:srgbClr val="FAFAFA"/>
          </a:solidFill>
          <a:ln w="31750">
            <a:solidFill>
              <a:srgbClr val="44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35000" y="1333500"/>
            <a:ext cx="2667000" cy="889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1A1A1A"/>
                </a:solidFill>
                <a:latin typeface="BIZ UDPGothic"/>
              </a:rPr>
              <a:t>送る側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556000" y="1587500"/>
            <a:ext cx="1270000" cy="508000"/>
          </a:xfrm>
          <a:prstGeom prst="rightArrow">
            <a:avLst/>
          </a:prstGeom>
          <a:solidFill>
            <a:srgbClr val="3D3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80000" y="1333500"/>
            <a:ext cx="2794000" cy="889000"/>
          </a:xfrm>
          <a:prstGeom prst="roundRect">
            <a:avLst/>
          </a:prstGeom>
          <a:solidFill>
            <a:srgbClr val="FFE9C7"/>
          </a:solidFill>
          <a:ln w="31750">
            <a:solidFill>
              <a:srgbClr val="D08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080000" y="1333500"/>
            <a:ext cx="2794000" cy="889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C25E00"/>
                </a:solidFill>
                <a:latin typeface="BIZ UDPGothic"/>
              </a:rPr>
              <a:t>確かめる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128000" y="1778000"/>
            <a:ext cx="1143000" cy="0"/>
          </a:xfrm>
          <a:prstGeom prst="line">
            <a:avLst/>
          </a:prstGeom>
          <a:ln w="31750">
            <a:solidFill>
              <a:srgbClr val="3D3D3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9525000" y="1333500"/>
            <a:ext cx="2032000" cy="889000"/>
          </a:xfrm>
          <a:prstGeom prst="roundRect">
            <a:avLst/>
          </a:prstGeom>
          <a:solidFill>
            <a:srgbClr val="EAF4FF"/>
          </a:solidFill>
          <a:ln w="31750">
            <a:solidFill>
              <a:srgbClr val="3A7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25000" y="1333500"/>
            <a:ext cx="2032000" cy="889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14385F"/>
                </a:solidFill>
                <a:latin typeface="BIZ UDPGothic"/>
              </a:rPr>
              <a:t>返る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000" y="3175000"/>
            <a:ext cx="2540000" cy="8255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35000" y="3175000"/>
            <a:ext cx="2540000" cy="825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900" b="0">
                <a:solidFill>
                  <a:srgbClr val="1A1A1A"/>
                </a:solidFill>
                <a:latin typeface="BIZ UDPGothic"/>
              </a:rPr>
              <a:t>① していない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29000" y="3175000"/>
            <a:ext cx="2540000" cy="8255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3429000" y="3175000"/>
            <a:ext cx="2540000" cy="825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900" b="0">
                <a:solidFill>
                  <a:srgbClr val="1A1A1A"/>
                </a:solidFill>
                <a:latin typeface="BIZ UDPGothic"/>
              </a:rPr>
              <a:t>② 1〜2回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23000" y="3175000"/>
            <a:ext cx="2540000" cy="8255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223000" y="3175000"/>
            <a:ext cx="2540000" cy="825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900" b="0">
                <a:solidFill>
                  <a:srgbClr val="1A1A1A"/>
                </a:solidFill>
                <a:latin typeface="BIZ UDPGothic"/>
              </a:rPr>
              <a:t>③ 3〜5回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17000" y="3175000"/>
            <a:ext cx="2540000" cy="8255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017000" y="3175000"/>
            <a:ext cx="2540000" cy="825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900" b="0">
                <a:solidFill>
                  <a:srgbClr val="1A1A1A"/>
                </a:solidFill>
                <a:latin typeface="BIZ UDPGothic"/>
              </a:rPr>
              <a:t>④ 6回以上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000" y="4445000"/>
            <a:ext cx="10922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BIZ UDPGothic"/>
              </a:rPr>
              <a:t>本文が入ります。ページ数が増えても図形が消えないかを見るための検証です。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35000" y="444500"/>
            <a:ext cx="10922000" cy="482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35000" y="444500"/>
            <a:ext cx="88900" cy="482600"/>
          </a:xfrm>
          <a:prstGeom prst="rect">
            <a:avLst/>
          </a:prstGeom>
          <a:solidFill>
            <a:srgbClr val="8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89000" y="444500"/>
            <a:ext cx="10160000" cy="482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BIZ UDPGothic"/>
              </a:rPr>
              <a:t>13ページ目　図形と枠線と矢印が最後まで残るか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5000" y="1333500"/>
            <a:ext cx="2667000" cy="889000"/>
          </a:xfrm>
          <a:prstGeom prst="roundRect">
            <a:avLst/>
          </a:prstGeom>
          <a:solidFill>
            <a:srgbClr val="FAFAFA"/>
          </a:solidFill>
          <a:ln w="31750">
            <a:solidFill>
              <a:srgbClr val="44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35000" y="1333500"/>
            <a:ext cx="2667000" cy="889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1A1A1A"/>
                </a:solidFill>
                <a:latin typeface="BIZ UDPGothic"/>
              </a:rPr>
              <a:t>送る側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556000" y="1587500"/>
            <a:ext cx="1270000" cy="508000"/>
          </a:xfrm>
          <a:prstGeom prst="rightArrow">
            <a:avLst/>
          </a:prstGeom>
          <a:solidFill>
            <a:srgbClr val="3D3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80000" y="1333500"/>
            <a:ext cx="2794000" cy="889000"/>
          </a:xfrm>
          <a:prstGeom prst="roundRect">
            <a:avLst/>
          </a:prstGeom>
          <a:solidFill>
            <a:srgbClr val="FFE9C7"/>
          </a:solidFill>
          <a:ln w="31750">
            <a:solidFill>
              <a:srgbClr val="D08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080000" y="1333500"/>
            <a:ext cx="2794000" cy="889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C25E00"/>
                </a:solidFill>
                <a:latin typeface="BIZ UDPGothic"/>
              </a:rPr>
              <a:t>確かめる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128000" y="1778000"/>
            <a:ext cx="1143000" cy="0"/>
          </a:xfrm>
          <a:prstGeom prst="line">
            <a:avLst/>
          </a:prstGeom>
          <a:ln w="31750">
            <a:solidFill>
              <a:srgbClr val="3D3D3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9525000" y="1333500"/>
            <a:ext cx="2032000" cy="889000"/>
          </a:xfrm>
          <a:prstGeom prst="roundRect">
            <a:avLst/>
          </a:prstGeom>
          <a:solidFill>
            <a:srgbClr val="EAF4FF"/>
          </a:solidFill>
          <a:ln w="31750">
            <a:solidFill>
              <a:srgbClr val="3A7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25000" y="1333500"/>
            <a:ext cx="2032000" cy="889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14385F"/>
                </a:solidFill>
                <a:latin typeface="BIZ UDPGothic"/>
              </a:rPr>
              <a:t>返る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000" y="3175000"/>
            <a:ext cx="2540000" cy="8255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35000" y="3175000"/>
            <a:ext cx="2540000" cy="825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900" b="0">
                <a:solidFill>
                  <a:srgbClr val="1A1A1A"/>
                </a:solidFill>
                <a:latin typeface="BIZ UDPGothic"/>
              </a:rPr>
              <a:t>① していない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29000" y="3175000"/>
            <a:ext cx="2540000" cy="8255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3429000" y="3175000"/>
            <a:ext cx="2540000" cy="825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900" b="0">
                <a:solidFill>
                  <a:srgbClr val="1A1A1A"/>
                </a:solidFill>
                <a:latin typeface="BIZ UDPGothic"/>
              </a:rPr>
              <a:t>② 1〜2回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23000" y="3175000"/>
            <a:ext cx="2540000" cy="8255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223000" y="3175000"/>
            <a:ext cx="2540000" cy="825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900" b="0">
                <a:solidFill>
                  <a:srgbClr val="1A1A1A"/>
                </a:solidFill>
                <a:latin typeface="BIZ UDPGothic"/>
              </a:rPr>
              <a:t>③ 3〜5回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17000" y="3175000"/>
            <a:ext cx="2540000" cy="8255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017000" y="3175000"/>
            <a:ext cx="2540000" cy="825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900" b="0">
                <a:solidFill>
                  <a:srgbClr val="1A1A1A"/>
                </a:solidFill>
                <a:latin typeface="BIZ UDPGothic"/>
              </a:rPr>
              <a:t>④ 6回以上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000" y="4445000"/>
            <a:ext cx="10922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BIZ UDPGothic"/>
              </a:rPr>
              <a:t>本文が入ります。ページ数が増えても図形が消えないかを見るための検証です。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35000" y="444500"/>
            <a:ext cx="10922000" cy="482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35000" y="444500"/>
            <a:ext cx="88900" cy="482600"/>
          </a:xfrm>
          <a:prstGeom prst="rect">
            <a:avLst/>
          </a:prstGeom>
          <a:solidFill>
            <a:srgbClr val="8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89000" y="444500"/>
            <a:ext cx="10160000" cy="482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BIZ UDPGothic"/>
              </a:rPr>
              <a:t>14ページ目　図形と枠線と矢印が最後まで残るか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5000" y="1333500"/>
            <a:ext cx="2667000" cy="889000"/>
          </a:xfrm>
          <a:prstGeom prst="roundRect">
            <a:avLst/>
          </a:prstGeom>
          <a:solidFill>
            <a:srgbClr val="FAFAFA"/>
          </a:solidFill>
          <a:ln w="31750">
            <a:solidFill>
              <a:srgbClr val="44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35000" y="1333500"/>
            <a:ext cx="2667000" cy="889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1A1A1A"/>
                </a:solidFill>
                <a:latin typeface="BIZ UDPGothic"/>
              </a:rPr>
              <a:t>送る側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556000" y="1587500"/>
            <a:ext cx="1270000" cy="508000"/>
          </a:xfrm>
          <a:prstGeom prst="rightArrow">
            <a:avLst/>
          </a:prstGeom>
          <a:solidFill>
            <a:srgbClr val="3D3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80000" y="1333500"/>
            <a:ext cx="2794000" cy="889000"/>
          </a:xfrm>
          <a:prstGeom prst="roundRect">
            <a:avLst/>
          </a:prstGeom>
          <a:solidFill>
            <a:srgbClr val="FFE9C7"/>
          </a:solidFill>
          <a:ln w="31750">
            <a:solidFill>
              <a:srgbClr val="D08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080000" y="1333500"/>
            <a:ext cx="2794000" cy="889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C25E00"/>
                </a:solidFill>
                <a:latin typeface="BIZ UDPGothic"/>
              </a:rPr>
              <a:t>確かめる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128000" y="1778000"/>
            <a:ext cx="1143000" cy="0"/>
          </a:xfrm>
          <a:prstGeom prst="line">
            <a:avLst/>
          </a:prstGeom>
          <a:ln w="31750">
            <a:solidFill>
              <a:srgbClr val="3D3D3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9525000" y="1333500"/>
            <a:ext cx="2032000" cy="889000"/>
          </a:xfrm>
          <a:prstGeom prst="roundRect">
            <a:avLst/>
          </a:prstGeom>
          <a:solidFill>
            <a:srgbClr val="EAF4FF"/>
          </a:solidFill>
          <a:ln w="31750">
            <a:solidFill>
              <a:srgbClr val="3A7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25000" y="1333500"/>
            <a:ext cx="2032000" cy="889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14385F"/>
                </a:solidFill>
                <a:latin typeface="BIZ UDPGothic"/>
              </a:rPr>
              <a:t>返る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000" y="3175000"/>
            <a:ext cx="2540000" cy="8255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35000" y="3175000"/>
            <a:ext cx="2540000" cy="825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900" b="0">
                <a:solidFill>
                  <a:srgbClr val="1A1A1A"/>
                </a:solidFill>
                <a:latin typeface="BIZ UDPGothic"/>
              </a:rPr>
              <a:t>① していない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29000" y="3175000"/>
            <a:ext cx="2540000" cy="8255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3429000" y="3175000"/>
            <a:ext cx="2540000" cy="825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900" b="0">
                <a:solidFill>
                  <a:srgbClr val="1A1A1A"/>
                </a:solidFill>
                <a:latin typeface="BIZ UDPGothic"/>
              </a:rPr>
              <a:t>② 1〜2回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23000" y="3175000"/>
            <a:ext cx="2540000" cy="8255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223000" y="3175000"/>
            <a:ext cx="2540000" cy="825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900" b="0">
                <a:solidFill>
                  <a:srgbClr val="1A1A1A"/>
                </a:solidFill>
                <a:latin typeface="BIZ UDPGothic"/>
              </a:rPr>
              <a:t>③ 3〜5回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17000" y="3175000"/>
            <a:ext cx="2540000" cy="8255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017000" y="3175000"/>
            <a:ext cx="2540000" cy="825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900" b="0">
                <a:solidFill>
                  <a:srgbClr val="1A1A1A"/>
                </a:solidFill>
                <a:latin typeface="BIZ UDPGothic"/>
              </a:rPr>
              <a:t>④ 6回以上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000" y="4445000"/>
            <a:ext cx="10922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BIZ UDPGothic"/>
              </a:rPr>
              <a:t>本文が入ります。ページ数が増えても図形が消えないかを見るための検証です。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35000" y="444500"/>
            <a:ext cx="10922000" cy="482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35000" y="444500"/>
            <a:ext cx="88900" cy="482600"/>
          </a:xfrm>
          <a:prstGeom prst="rect">
            <a:avLst/>
          </a:prstGeom>
          <a:solidFill>
            <a:srgbClr val="8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89000" y="444500"/>
            <a:ext cx="10160000" cy="482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BIZ UDPGothic"/>
              </a:rPr>
              <a:t>15ページ目　図形と枠線と矢印が最後まで残るか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5000" y="1333500"/>
            <a:ext cx="2667000" cy="889000"/>
          </a:xfrm>
          <a:prstGeom prst="roundRect">
            <a:avLst/>
          </a:prstGeom>
          <a:solidFill>
            <a:srgbClr val="FAFAFA"/>
          </a:solidFill>
          <a:ln w="31750">
            <a:solidFill>
              <a:srgbClr val="44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35000" y="1333500"/>
            <a:ext cx="2667000" cy="889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1A1A1A"/>
                </a:solidFill>
                <a:latin typeface="BIZ UDPGothic"/>
              </a:rPr>
              <a:t>送る側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556000" y="1587500"/>
            <a:ext cx="1270000" cy="508000"/>
          </a:xfrm>
          <a:prstGeom prst="rightArrow">
            <a:avLst/>
          </a:prstGeom>
          <a:solidFill>
            <a:srgbClr val="3D3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80000" y="1333500"/>
            <a:ext cx="2794000" cy="889000"/>
          </a:xfrm>
          <a:prstGeom prst="roundRect">
            <a:avLst/>
          </a:prstGeom>
          <a:solidFill>
            <a:srgbClr val="FFE9C7"/>
          </a:solidFill>
          <a:ln w="31750">
            <a:solidFill>
              <a:srgbClr val="D08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080000" y="1333500"/>
            <a:ext cx="2794000" cy="889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C25E00"/>
                </a:solidFill>
                <a:latin typeface="BIZ UDPGothic"/>
              </a:rPr>
              <a:t>確かめる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128000" y="1778000"/>
            <a:ext cx="1143000" cy="0"/>
          </a:xfrm>
          <a:prstGeom prst="line">
            <a:avLst/>
          </a:prstGeom>
          <a:ln w="31750">
            <a:solidFill>
              <a:srgbClr val="3D3D3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9525000" y="1333500"/>
            <a:ext cx="2032000" cy="889000"/>
          </a:xfrm>
          <a:prstGeom prst="roundRect">
            <a:avLst/>
          </a:prstGeom>
          <a:solidFill>
            <a:srgbClr val="EAF4FF"/>
          </a:solidFill>
          <a:ln w="31750">
            <a:solidFill>
              <a:srgbClr val="3A7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25000" y="1333500"/>
            <a:ext cx="2032000" cy="889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14385F"/>
                </a:solidFill>
                <a:latin typeface="BIZ UDPGothic"/>
              </a:rPr>
              <a:t>返る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000" y="3175000"/>
            <a:ext cx="2540000" cy="8255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35000" y="3175000"/>
            <a:ext cx="2540000" cy="825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900" b="0">
                <a:solidFill>
                  <a:srgbClr val="1A1A1A"/>
                </a:solidFill>
                <a:latin typeface="BIZ UDPGothic"/>
              </a:rPr>
              <a:t>① していない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29000" y="3175000"/>
            <a:ext cx="2540000" cy="8255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3429000" y="3175000"/>
            <a:ext cx="2540000" cy="825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900" b="0">
                <a:solidFill>
                  <a:srgbClr val="1A1A1A"/>
                </a:solidFill>
                <a:latin typeface="BIZ UDPGothic"/>
              </a:rPr>
              <a:t>② 1〜2回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23000" y="3175000"/>
            <a:ext cx="2540000" cy="8255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223000" y="3175000"/>
            <a:ext cx="2540000" cy="825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900" b="0">
                <a:solidFill>
                  <a:srgbClr val="1A1A1A"/>
                </a:solidFill>
                <a:latin typeface="BIZ UDPGothic"/>
              </a:rPr>
              <a:t>③ 3〜5回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17000" y="3175000"/>
            <a:ext cx="2540000" cy="8255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017000" y="3175000"/>
            <a:ext cx="2540000" cy="825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900" b="0">
                <a:solidFill>
                  <a:srgbClr val="1A1A1A"/>
                </a:solidFill>
                <a:latin typeface="BIZ UDPGothic"/>
              </a:rPr>
              <a:t>④ 6回以上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000" y="4445000"/>
            <a:ext cx="10922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BIZ UDPGothic"/>
              </a:rPr>
              <a:t>本文が入ります。ページ数が増えても図形が消えないかを見るための検証です。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35000" y="444500"/>
            <a:ext cx="10922000" cy="482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35000" y="444500"/>
            <a:ext cx="88900" cy="482600"/>
          </a:xfrm>
          <a:prstGeom prst="rect">
            <a:avLst/>
          </a:prstGeom>
          <a:solidFill>
            <a:srgbClr val="8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89000" y="444500"/>
            <a:ext cx="10160000" cy="482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BIZ UDPGothic"/>
              </a:rPr>
              <a:t>16ページ目　図形と枠線と矢印が最後まで残るか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5000" y="1333500"/>
            <a:ext cx="2667000" cy="889000"/>
          </a:xfrm>
          <a:prstGeom prst="roundRect">
            <a:avLst/>
          </a:prstGeom>
          <a:solidFill>
            <a:srgbClr val="FAFAFA"/>
          </a:solidFill>
          <a:ln w="31750">
            <a:solidFill>
              <a:srgbClr val="44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35000" y="1333500"/>
            <a:ext cx="2667000" cy="889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1A1A1A"/>
                </a:solidFill>
                <a:latin typeface="BIZ UDPGothic"/>
              </a:rPr>
              <a:t>送る側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556000" y="1587500"/>
            <a:ext cx="1270000" cy="508000"/>
          </a:xfrm>
          <a:prstGeom prst="rightArrow">
            <a:avLst/>
          </a:prstGeom>
          <a:solidFill>
            <a:srgbClr val="3D3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80000" y="1333500"/>
            <a:ext cx="2794000" cy="889000"/>
          </a:xfrm>
          <a:prstGeom prst="roundRect">
            <a:avLst/>
          </a:prstGeom>
          <a:solidFill>
            <a:srgbClr val="FFE9C7"/>
          </a:solidFill>
          <a:ln w="31750">
            <a:solidFill>
              <a:srgbClr val="D08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080000" y="1333500"/>
            <a:ext cx="2794000" cy="889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C25E00"/>
                </a:solidFill>
                <a:latin typeface="BIZ UDPGothic"/>
              </a:rPr>
              <a:t>確かめる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128000" y="1778000"/>
            <a:ext cx="1143000" cy="0"/>
          </a:xfrm>
          <a:prstGeom prst="line">
            <a:avLst/>
          </a:prstGeom>
          <a:ln w="31750">
            <a:solidFill>
              <a:srgbClr val="3D3D3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9525000" y="1333500"/>
            <a:ext cx="2032000" cy="889000"/>
          </a:xfrm>
          <a:prstGeom prst="roundRect">
            <a:avLst/>
          </a:prstGeom>
          <a:solidFill>
            <a:srgbClr val="EAF4FF"/>
          </a:solidFill>
          <a:ln w="31750">
            <a:solidFill>
              <a:srgbClr val="3A7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25000" y="1333500"/>
            <a:ext cx="2032000" cy="889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14385F"/>
                </a:solidFill>
                <a:latin typeface="BIZ UDPGothic"/>
              </a:rPr>
              <a:t>返る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000" y="3175000"/>
            <a:ext cx="2540000" cy="8255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35000" y="3175000"/>
            <a:ext cx="2540000" cy="825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900" b="0">
                <a:solidFill>
                  <a:srgbClr val="1A1A1A"/>
                </a:solidFill>
                <a:latin typeface="BIZ UDPGothic"/>
              </a:rPr>
              <a:t>① していない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29000" y="3175000"/>
            <a:ext cx="2540000" cy="8255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3429000" y="3175000"/>
            <a:ext cx="2540000" cy="825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900" b="0">
                <a:solidFill>
                  <a:srgbClr val="1A1A1A"/>
                </a:solidFill>
                <a:latin typeface="BIZ UDPGothic"/>
              </a:rPr>
              <a:t>② 1〜2回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23000" y="3175000"/>
            <a:ext cx="2540000" cy="8255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223000" y="3175000"/>
            <a:ext cx="2540000" cy="825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900" b="0">
                <a:solidFill>
                  <a:srgbClr val="1A1A1A"/>
                </a:solidFill>
                <a:latin typeface="BIZ UDPGothic"/>
              </a:rPr>
              <a:t>③ 3〜5回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17000" y="3175000"/>
            <a:ext cx="2540000" cy="8255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017000" y="3175000"/>
            <a:ext cx="2540000" cy="825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900" b="0">
                <a:solidFill>
                  <a:srgbClr val="1A1A1A"/>
                </a:solidFill>
                <a:latin typeface="BIZ UDPGothic"/>
              </a:rPr>
              <a:t>④ 6回以上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000" y="4445000"/>
            <a:ext cx="10922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BIZ UDPGothic"/>
              </a:rPr>
              <a:t>本文が入ります。ページ数が増えても図形が消えないかを見るための検証です。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35000" y="444500"/>
            <a:ext cx="10922000" cy="482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35000" y="444500"/>
            <a:ext cx="88900" cy="482600"/>
          </a:xfrm>
          <a:prstGeom prst="rect">
            <a:avLst/>
          </a:prstGeom>
          <a:solidFill>
            <a:srgbClr val="8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89000" y="444500"/>
            <a:ext cx="10160000" cy="482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BIZ UDPGothic"/>
              </a:rPr>
              <a:t>17ページ目　図形と枠線と矢印が最後まで残るか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5000" y="1333500"/>
            <a:ext cx="2667000" cy="889000"/>
          </a:xfrm>
          <a:prstGeom prst="roundRect">
            <a:avLst/>
          </a:prstGeom>
          <a:solidFill>
            <a:srgbClr val="FAFAFA"/>
          </a:solidFill>
          <a:ln w="31750">
            <a:solidFill>
              <a:srgbClr val="44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35000" y="1333500"/>
            <a:ext cx="2667000" cy="889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1A1A1A"/>
                </a:solidFill>
                <a:latin typeface="BIZ UDPGothic"/>
              </a:rPr>
              <a:t>送る側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556000" y="1587500"/>
            <a:ext cx="1270000" cy="508000"/>
          </a:xfrm>
          <a:prstGeom prst="rightArrow">
            <a:avLst/>
          </a:prstGeom>
          <a:solidFill>
            <a:srgbClr val="3D3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80000" y="1333500"/>
            <a:ext cx="2794000" cy="889000"/>
          </a:xfrm>
          <a:prstGeom prst="roundRect">
            <a:avLst/>
          </a:prstGeom>
          <a:solidFill>
            <a:srgbClr val="FFE9C7"/>
          </a:solidFill>
          <a:ln w="31750">
            <a:solidFill>
              <a:srgbClr val="D08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080000" y="1333500"/>
            <a:ext cx="2794000" cy="889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C25E00"/>
                </a:solidFill>
                <a:latin typeface="BIZ UDPGothic"/>
              </a:rPr>
              <a:t>確かめる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128000" y="1778000"/>
            <a:ext cx="1143000" cy="0"/>
          </a:xfrm>
          <a:prstGeom prst="line">
            <a:avLst/>
          </a:prstGeom>
          <a:ln w="31750">
            <a:solidFill>
              <a:srgbClr val="3D3D3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9525000" y="1333500"/>
            <a:ext cx="2032000" cy="889000"/>
          </a:xfrm>
          <a:prstGeom prst="roundRect">
            <a:avLst/>
          </a:prstGeom>
          <a:solidFill>
            <a:srgbClr val="EAF4FF"/>
          </a:solidFill>
          <a:ln w="31750">
            <a:solidFill>
              <a:srgbClr val="3A7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25000" y="1333500"/>
            <a:ext cx="2032000" cy="889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14385F"/>
                </a:solidFill>
                <a:latin typeface="BIZ UDPGothic"/>
              </a:rPr>
              <a:t>返る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000" y="3175000"/>
            <a:ext cx="2540000" cy="8255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35000" y="3175000"/>
            <a:ext cx="2540000" cy="825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900" b="0">
                <a:solidFill>
                  <a:srgbClr val="1A1A1A"/>
                </a:solidFill>
                <a:latin typeface="BIZ UDPGothic"/>
              </a:rPr>
              <a:t>① していない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29000" y="3175000"/>
            <a:ext cx="2540000" cy="8255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3429000" y="3175000"/>
            <a:ext cx="2540000" cy="825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900" b="0">
                <a:solidFill>
                  <a:srgbClr val="1A1A1A"/>
                </a:solidFill>
                <a:latin typeface="BIZ UDPGothic"/>
              </a:rPr>
              <a:t>② 1〜2回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23000" y="3175000"/>
            <a:ext cx="2540000" cy="8255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223000" y="3175000"/>
            <a:ext cx="2540000" cy="825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900" b="0">
                <a:solidFill>
                  <a:srgbClr val="1A1A1A"/>
                </a:solidFill>
                <a:latin typeface="BIZ UDPGothic"/>
              </a:rPr>
              <a:t>③ 3〜5回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17000" y="3175000"/>
            <a:ext cx="2540000" cy="8255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017000" y="3175000"/>
            <a:ext cx="2540000" cy="825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900" b="0">
                <a:solidFill>
                  <a:srgbClr val="1A1A1A"/>
                </a:solidFill>
                <a:latin typeface="BIZ UDPGothic"/>
              </a:rPr>
              <a:t>④ 6回以上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000" y="4445000"/>
            <a:ext cx="10922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BIZ UDPGothic"/>
              </a:rPr>
              <a:t>本文が入ります。ページ数が増えても図形が消えないかを見るための検証です。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35000" y="444500"/>
            <a:ext cx="10922000" cy="482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35000" y="444500"/>
            <a:ext cx="88900" cy="482600"/>
          </a:xfrm>
          <a:prstGeom prst="rect">
            <a:avLst/>
          </a:prstGeom>
          <a:solidFill>
            <a:srgbClr val="8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89000" y="444500"/>
            <a:ext cx="10160000" cy="482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BIZ UDPGothic"/>
              </a:rPr>
              <a:t>18ページ目　図形と枠線と矢印が最後まで残るか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5000" y="1333500"/>
            <a:ext cx="2667000" cy="889000"/>
          </a:xfrm>
          <a:prstGeom prst="roundRect">
            <a:avLst/>
          </a:prstGeom>
          <a:solidFill>
            <a:srgbClr val="FAFAFA"/>
          </a:solidFill>
          <a:ln w="31750">
            <a:solidFill>
              <a:srgbClr val="44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35000" y="1333500"/>
            <a:ext cx="2667000" cy="889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1A1A1A"/>
                </a:solidFill>
                <a:latin typeface="BIZ UDPGothic"/>
              </a:rPr>
              <a:t>送る側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556000" y="1587500"/>
            <a:ext cx="1270000" cy="508000"/>
          </a:xfrm>
          <a:prstGeom prst="rightArrow">
            <a:avLst/>
          </a:prstGeom>
          <a:solidFill>
            <a:srgbClr val="3D3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80000" y="1333500"/>
            <a:ext cx="2794000" cy="889000"/>
          </a:xfrm>
          <a:prstGeom prst="roundRect">
            <a:avLst/>
          </a:prstGeom>
          <a:solidFill>
            <a:srgbClr val="FFE9C7"/>
          </a:solidFill>
          <a:ln w="31750">
            <a:solidFill>
              <a:srgbClr val="D08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080000" y="1333500"/>
            <a:ext cx="2794000" cy="889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C25E00"/>
                </a:solidFill>
                <a:latin typeface="BIZ UDPGothic"/>
              </a:rPr>
              <a:t>確かめる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128000" y="1778000"/>
            <a:ext cx="1143000" cy="0"/>
          </a:xfrm>
          <a:prstGeom prst="line">
            <a:avLst/>
          </a:prstGeom>
          <a:ln w="31750">
            <a:solidFill>
              <a:srgbClr val="3D3D3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9525000" y="1333500"/>
            <a:ext cx="2032000" cy="889000"/>
          </a:xfrm>
          <a:prstGeom prst="roundRect">
            <a:avLst/>
          </a:prstGeom>
          <a:solidFill>
            <a:srgbClr val="EAF4FF"/>
          </a:solidFill>
          <a:ln w="31750">
            <a:solidFill>
              <a:srgbClr val="3A7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25000" y="1333500"/>
            <a:ext cx="2032000" cy="889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14385F"/>
                </a:solidFill>
                <a:latin typeface="BIZ UDPGothic"/>
              </a:rPr>
              <a:t>返る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000" y="3175000"/>
            <a:ext cx="2540000" cy="8255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35000" y="3175000"/>
            <a:ext cx="2540000" cy="825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900" b="0">
                <a:solidFill>
                  <a:srgbClr val="1A1A1A"/>
                </a:solidFill>
                <a:latin typeface="BIZ UDPGothic"/>
              </a:rPr>
              <a:t>① していない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29000" y="3175000"/>
            <a:ext cx="2540000" cy="8255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3429000" y="3175000"/>
            <a:ext cx="2540000" cy="825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900" b="0">
                <a:solidFill>
                  <a:srgbClr val="1A1A1A"/>
                </a:solidFill>
                <a:latin typeface="BIZ UDPGothic"/>
              </a:rPr>
              <a:t>② 1〜2回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23000" y="3175000"/>
            <a:ext cx="2540000" cy="8255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223000" y="3175000"/>
            <a:ext cx="2540000" cy="825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900" b="0">
                <a:solidFill>
                  <a:srgbClr val="1A1A1A"/>
                </a:solidFill>
                <a:latin typeface="BIZ UDPGothic"/>
              </a:rPr>
              <a:t>③ 3〜5回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17000" y="3175000"/>
            <a:ext cx="2540000" cy="8255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017000" y="3175000"/>
            <a:ext cx="2540000" cy="825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900" b="0">
                <a:solidFill>
                  <a:srgbClr val="1A1A1A"/>
                </a:solidFill>
                <a:latin typeface="BIZ UDPGothic"/>
              </a:rPr>
              <a:t>④ 6回以上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000" y="4445000"/>
            <a:ext cx="10922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BIZ UDPGothic"/>
              </a:rPr>
              <a:t>本文が入ります。ページ数が増えても図形が消えないかを見るための検証です。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35000" y="444500"/>
            <a:ext cx="10922000" cy="482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35000" y="444500"/>
            <a:ext cx="88900" cy="482600"/>
          </a:xfrm>
          <a:prstGeom prst="rect">
            <a:avLst/>
          </a:prstGeom>
          <a:solidFill>
            <a:srgbClr val="8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89000" y="444500"/>
            <a:ext cx="10160000" cy="482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BIZ UDPGothic"/>
              </a:rPr>
              <a:t>19ページ目　図形と枠線と矢印が最後まで残るか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5000" y="1333500"/>
            <a:ext cx="2667000" cy="889000"/>
          </a:xfrm>
          <a:prstGeom prst="roundRect">
            <a:avLst/>
          </a:prstGeom>
          <a:solidFill>
            <a:srgbClr val="FAFAFA"/>
          </a:solidFill>
          <a:ln w="31750">
            <a:solidFill>
              <a:srgbClr val="44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35000" y="1333500"/>
            <a:ext cx="2667000" cy="889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1A1A1A"/>
                </a:solidFill>
                <a:latin typeface="BIZ UDPGothic"/>
              </a:rPr>
              <a:t>送る側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556000" y="1587500"/>
            <a:ext cx="1270000" cy="508000"/>
          </a:xfrm>
          <a:prstGeom prst="rightArrow">
            <a:avLst/>
          </a:prstGeom>
          <a:solidFill>
            <a:srgbClr val="3D3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80000" y="1333500"/>
            <a:ext cx="2794000" cy="889000"/>
          </a:xfrm>
          <a:prstGeom prst="roundRect">
            <a:avLst/>
          </a:prstGeom>
          <a:solidFill>
            <a:srgbClr val="FFE9C7"/>
          </a:solidFill>
          <a:ln w="31750">
            <a:solidFill>
              <a:srgbClr val="D08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080000" y="1333500"/>
            <a:ext cx="2794000" cy="889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C25E00"/>
                </a:solidFill>
                <a:latin typeface="BIZ UDPGothic"/>
              </a:rPr>
              <a:t>確かめる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128000" y="1778000"/>
            <a:ext cx="1143000" cy="0"/>
          </a:xfrm>
          <a:prstGeom prst="line">
            <a:avLst/>
          </a:prstGeom>
          <a:ln w="31750">
            <a:solidFill>
              <a:srgbClr val="3D3D3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9525000" y="1333500"/>
            <a:ext cx="2032000" cy="889000"/>
          </a:xfrm>
          <a:prstGeom prst="roundRect">
            <a:avLst/>
          </a:prstGeom>
          <a:solidFill>
            <a:srgbClr val="EAF4FF"/>
          </a:solidFill>
          <a:ln w="31750">
            <a:solidFill>
              <a:srgbClr val="3A7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25000" y="1333500"/>
            <a:ext cx="2032000" cy="889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14385F"/>
                </a:solidFill>
                <a:latin typeface="BIZ UDPGothic"/>
              </a:rPr>
              <a:t>返る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000" y="3175000"/>
            <a:ext cx="2540000" cy="8255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35000" y="3175000"/>
            <a:ext cx="2540000" cy="825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900" b="0">
                <a:solidFill>
                  <a:srgbClr val="1A1A1A"/>
                </a:solidFill>
                <a:latin typeface="BIZ UDPGothic"/>
              </a:rPr>
              <a:t>① していない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29000" y="3175000"/>
            <a:ext cx="2540000" cy="8255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3429000" y="3175000"/>
            <a:ext cx="2540000" cy="825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900" b="0">
                <a:solidFill>
                  <a:srgbClr val="1A1A1A"/>
                </a:solidFill>
                <a:latin typeface="BIZ UDPGothic"/>
              </a:rPr>
              <a:t>② 1〜2回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23000" y="3175000"/>
            <a:ext cx="2540000" cy="8255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223000" y="3175000"/>
            <a:ext cx="2540000" cy="825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900" b="0">
                <a:solidFill>
                  <a:srgbClr val="1A1A1A"/>
                </a:solidFill>
                <a:latin typeface="BIZ UDPGothic"/>
              </a:rPr>
              <a:t>③ 3〜5回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17000" y="3175000"/>
            <a:ext cx="2540000" cy="8255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017000" y="3175000"/>
            <a:ext cx="2540000" cy="825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900" b="0">
                <a:solidFill>
                  <a:srgbClr val="1A1A1A"/>
                </a:solidFill>
                <a:latin typeface="BIZ UDPGothic"/>
              </a:rPr>
              <a:t>④ 6回以上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000" y="4445000"/>
            <a:ext cx="10922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BIZ UDPGothic"/>
              </a:rPr>
              <a:t>本文が入ります。ページ数が増えても図形が消えないかを見るための検証です。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35000" y="444500"/>
            <a:ext cx="10922000" cy="482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35000" y="444500"/>
            <a:ext cx="88900" cy="482600"/>
          </a:xfrm>
          <a:prstGeom prst="rect">
            <a:avLst/>
          </a:prstGeom>
          <a:solidFill>
            <a:srgbClr val="8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89000" y="444500"/>
            <a:ext cx="10160000" cy="482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BIZ UDPGothic"/>
              </a:rPr>
              <a:t>20ページ目　図形と枠線と矢印が最後まで残るか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5000" y="1333500"/>
            <a:ext cx="2667000" cy="889000"/>
          </a:xfrm>
          <a:prstGeom prst="roundRect">
            <a:avLst/>
          </a:prstGeom>
          <a:solidFill>
            <a:srgbClr val="FAFAFA"/>
          </a:solidFill>
          <a:ln w="31750">
            <a:solidFill>
              <a:srgbClr val="44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35000" y="1333500"/>
            <a:ext cx="2667000" cy="889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1A1A1A"/>
                </a:solidFill>
                <a:latin typeface="BIZ UDPGothic"/>
              </a:rPr>
              <a:t>送る側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556000" y="1587500"/>
            <a:ext cx="1270000" cy="508000"/>
          </a:xfrm>
          <a:prstGeom prst="rightArrow">
            <a:avLst/>
          </a:prstGeom>
          <a:solidFill>
            <a:srgbClr val="3D3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80000" y="1333500"/>
            <a:ext cx="2794000" cy="889000"/>
          </a:xfrm>
          <a:prstGeom prst="roundRect">
            <a:avLst/>
          </a:prstGeom>
          <a:solidFill>
            <a:srgbClr val="FFE9C7"/>
          </a:solidFill>
          <a:ln w="31750">
            <a:solidFill>
              <a:srgbClr val="D08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080000" y="1333500"/>
            <a:ext cx="2794000" cy="889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C25E00"/>
                </a:solidFill>
                <a:latin typeface="BIZ UDPGothic"/>
              </a:rPr>
              <a:t>確かめる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128000" y="1778000"/>
            <a:ext cx="1143000" cy="0"/>
          </a:xfrm>
          <a:prstGeom prst="line">
            <a:avLst/>
          </a:prstGeom>
          <a:ln w="31750">
            <a:solidFill>
              <a:srgbClr val="3D3D3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9525000" y="1333500"/>
            <a:ext cx="2032000" cy="889000"/>
          </a:xfrm>
          <a:prstGeom prst="roundRect">
            <a:avLst/>
          </a:prstGeom>
          <a:solidFill>
            <a:srgbClr val="EAF4FF"/>
          </a:solidFill>
          <a:ln w="31750">
            <a:solidFill>
              <a:srgbClr val="3A7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25000" y="1333500"/>
            <a:ext cx="2032000" cy="889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14385F"/>
                </a:solidFill>
                <a:latin typeface="BIZ UDPGothic"/>
              </a:rPr>
              <a:t>返る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000" y="3175000"/>
            <a:ext cx="2540000" cy="8255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35000" y="3175000"/>
            <a:ext cx="2540000" cy="825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900" b="0">
                <a:solidFill>
                  <a:srgbClr val="1A1A1A"/>
                </a:solidFill>
                <a:latin typeface="BIZ UDPGothic"/>
              </a:rPr>
              <a:t>① していない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29000" y="3175000"/>
            <a:ext cx="2540000" cy="8255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3429000" y="3175000"/>
            <a:ext cx="2540000" cy="825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900" b="0">
                <a:solidFill>
                  <a:srgbClr val="1A1A1A"/>
                </a:solidFill>
                <a:latin typeface="BIZ UDPGothic"/>
              </a:rPr>
              <a:t>② 1〜2回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23000" y="3175000"/>
            <a:ext cx="2540000" cy="8255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223000" y="3175000"/>
            <a:ext cx="2540000" cy="825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900" b="0">
                <a:solidFill>
                  <a:srgbClr val="1A1A1A"/>
                </a:solidFill>
                <a:latin typeface="BIZ UDPGothic"/>
              </a:rPr>
              <a:t>③ 3〜5回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17000" y="3175000"/>
            <a:ext cx="2540000" cy="8255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017000" y="3175000"/>
            <a:ext cx="2540000" cy="825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900" b="0">
                <a:solidFill>
                  <a:srgbClr val="1A1A1A"/>
                </a:solidFill>
                <a:latin typeface="BIZ UDPGothic"/>
              </a:rPr>
              <a:t>④ 6回以上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000" y="4445000"/>
            <a:ext cx="10922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BIZ UDPGothic"/>
              </a:rPr>
              <a:t>本文が入ります。ページ数が増えても図形が消えないかを見るための検証です。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35000" y="444500"/>
            <a:ext cx="10922000" cy="482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35000" y="444500"/>
            <a:ext cx="88900" cy="482600"/>
          </a:xfrm>
          <a:prstGeom prst="rect">
            <a:avLst/>
          </a:prstGeom>
          <a:solidFill>
            <a:srgbClr val="8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89000" y="444500"/>
            <a:ext cx="10160000" cy="482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BIZ UDPGothic"/>
              </a:rPr>
              <a:t>21ページ目　図形と枠線と矢印が最後まで残るか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5000" y="1333500"/>
            <a:ext cx="2667000" cy="889000"/>
          </a:xfrm>
          <a:prstGeom prst="roundRect">
            <a:avLst/>
          </a:prstGeom>
          <a:solidFill>
            <a:srgbClr val="FAFAFA"/>
          </a:solidFill>
          <a:ln w="31750">
            <a:solidFill>
              <a:srgbClr val="44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35000" y="1333500"/>
            <a:ext cx="2667000" cy="889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1A1A1A"/>
                </a:solidFill>
                <a:latin typeface="BIZ UDPGothic"/>
              </a:rPr>
              <a:t>送る側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556000" y="1587500"/>
            <a:ext cx="1270000" cy="508000"/>
          </a:xfrm>
          <a:prstGeom prst="rightArrow">
            <a:avLst/>
          </a:prstGeom>
          <a:solidFill>
            <a:srgbClr val="3D3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80000" y="1333500"/>
            <a:ext cx="2794000" cy="889000"/>
          </a:xfrm>
          <a:prstGeom prst="roundRect">
            <a:avLst/>
          </a:prstGeom>
          <a:solidFill>
            <a:srgbClr val="FFE9C7"/>
          </a:solidFill>
          <a:ln w="31750">
            <a:solidFill>
              <a:srgbClr val="D08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080000" y="1333500"/>
            <a:ext cx="2794000" cy="889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C25E00"/>
                </a:solidFill>
                <a:latin typeface="BIZ UDPGothic"/>
              </a:rPr>
              <a:t>確かめる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128000" y="1778000"/>
            <a:ext cx="1143000" cy="0"/>
          </a:xfrm>
          <a:prstGeom prst="line">
            <a:avLst/>
          </a:prstGeom>
          <a:ln w="31750">
            <a:solidFill>
              <a:srgbClr val="3D3D3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9525000" y="1333500"/>
            <a:ext cx="2032000" cy="889000"/>
          </a:xfrm>
          <a:prstGeom prst="roundRect">
            <a:avLst/>
          </a:prstGeom>
          <a:solidFill>
            <a:srgbClr val="EAF4FF"/>
          </a:solidFill>
          <a:ln w="31750">
            <a:solidFill>
              <a:srgbClr val="3A7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25000" y="1333500"/>
            <a:ext cx="2032000" cy="889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14385F"/>
                </a:solidFill>
                <a:latin typeface="BIZ UDPGothic"/>
              </a:rPr>
              <a:t>返る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000" y="3175000"/>
            <a:ext cx="2540000" cy="8255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35000" y="3175000"/>
            <a:ext cx="2540000" cy="825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900" b="0">
                <a:solidFill>
                  <a:srgbClr val="1A1A1A"/>
                </a:solidFill>
                <a:latin typeface="BIZ UDPGothic"/>
              </a:rPr>
              <a:t>① していない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29000" y="3175000"/>
            <a:ext cx="2540000" cy="8255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3429000" y="3175000"/>
            <a:ext cx="2540000" cy="825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900" b="0">
                <a:solidFill>
                  <a:srgbClr val="1A1A1A"/>
                </a:solidFill>
                <a:latin typeface="BIZ UDPGothic"/>
              </a:rPr>
              <a:t>② 1〜2回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23000" y="3175000"/>
            <a:ext cx="2540000" cy="8255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223000" y="3175000"/>
            <a:ext cx="2540000" cy="825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900" b="0">
                <a:solidFill>
                  <a:srgbClr val="1A1A1A"/>
                </a:solidFill>
                <a:latin typeface="BIZ UDPGothic"/>
              </a:rPr>
              <a:t>③ 3〜5回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17000" y="3175000"/>
            <a:ext cx="2540000" cy="8255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017000" y="3175000"/>
            <a:ext cx="2540000" cy="825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900" b="0">
                <a:solidFill>
                  <a:srgbClr val="1A1A1A"/>
                </a:solidFill>
                <a:latin typeface="BIZ UDPGothic"/>
              </a:rPr>
              <a:t>④ 6回以上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000" y="4445000"/>
            <a:ext cx="10922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BIZ UDPGothic"/>
              </a:rPr>
              <a:t>本文が入ります。ページ数が増えても図形が消えないかを見るための検証です。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35000" y="444500"/>
            <a:ext cx="10922000" cy="482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35000" y="444500"/>
            <a:ext cx="88900" cy="482600"/>
          </a:xfrm>
          <a:prstGeom prst="rect">
            <a:avLst/>
          </a:prstGeom>
          <a:solidFill>
            <a:srgbClr val="8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89000" y="444500"/>
            <a:ext cx="10160000" cy="482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BIZ UDPGothic"/>
              </a:rPr>
              <a:t>22ページ目　図形と枠線と矢印が最後まで残るか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5000" y="1333500"/>
            <a:ext cx="2667000" cy="889000"/>
          </a:xfrm>
          <a:prstGeom prst="roundRect">
            <a:avLst/>
          </a:prstGeom>
          <a:solidFill>
            <a:srgbClr val="FAFAFA"/>
          </a:solidFill>
          <a:ln w="31750">
            <a:solidFill>
              <a:srgbClr val="44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35000" y="1333500"/>
            <a:ext cx="2667000" cy="889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1A1A1A"/>
                </a:solidFill>
                <a:latin typeface="BIZ UDPGothic"/>
              </a:rPr>
              <a:t>送る側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556000" y="1587500"/>
            <a:ext cx="1270000" cy="508000"/>
          </a:xfrm>
          <a:prstGeom prst="rightArrow">
            <a:avLst/>
          </a:prstGeom>
          <a:solidFill>
            <a:srgbClr val="3D3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80000" y="1333500"/>
            <a:ext cx="2794000" cy="889000"/>
          </a:xfrm>
          <a:prstGeom prst="roundRect">
            <a:avLst/>
          </a:prstGeom>
          <a:solidFill>
            <a:srgbClr val="FFE9C7"/>
          </a:solidFill>
          <a:ln w="31750">
            <a:solidFill>
              <a:srgbClr val="D08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080000" y="1333500"/>
            <a:ext cx="2794000" cy="889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C25E00"/>
                </a:solidFill>
                <a:latin typeface="BIZ UDPGothic"/>
              </a:rPr>
              <a:t>確かめる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128000" y="1778000"/>
            <a:ext cx="1143000" cy="0"/>
          </a:xfrm>
          <a:prstGeom prst="line">
            <a:avLst/>
          </a:prstGeom>
          <a:ln w="31750">
            <a:solidFill>
              <a:srgbClr val="3D3D3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9525000" y="1333500"/>
            <a:ext cx="2032000" cy="889000"/>
          </a:xfrm>
          <a:prstGeom prst="roundRect">
            <a:avLst/>
          </a:prstGeom>
          <a:solidFill>
            <a:srgbClr val="EAF4FF"/>
          </a:solidFill>
          <a:ln w="31750">
            <a:solidFill>
              <a:srgbClr val="3A7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25000" y="1333500"/>
            <a:ext cx="2032000" cy="889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14385F"/>
                </a:solidFill>
                <a:latin typeface="BIZ UDPGothic"/>
              </a:rPr>
              <a:t>返る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000" y="3175000"/>
            <a:ext cx="2540000" cy="8255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35000" y="3175000"/>
            <a:ext cx="2540000" cy="825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900" b="0">
                <a:solidFill>
                  <a:srgbClr val="1A1A1A"/>
                </a:solidFill>
                <a:latin typeface="BIZ UDPGothic"/>
              </a:rPr>
              <a:t>① していない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29000" y="3175000"/>
            <a:ext cx="2540000" cy="8255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3429000" y="3175000"/>
            <a:ext cx="2540000" cy="825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900" b="0">
                <a:solidFill>
                  <a:srgbClr val="1A1A1A"/>
                </a:solidFill>
                <a:latin typeface="BIZ UDPGothic"/>
              </a:rPr>
              <a:t>② 1〜2回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23000" y="3175000"/>
            <a:ext cx="2540000" cy="8255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223000" y="3175000"/>
            <a:ext cx="2540000" cy="825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900" b="0">
                <a:solidFill>
                  <a:srgbClr val="1A1A1A"/>
                </a:solidFill>
                <a:latin typeface="BIZ UDPGothic"/>
              </a:rPr>
              <a:t>③ 3〜5回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17000" y="3175000"/>
            <a:ext cx="2540000" cy="8255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017000" y="3175000"/>
            <a:ext cx="2540000" cy="825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900" b="0">
                <a:solidFill>
                  <a:srgbClr val="1A1A1A"/>
                </a:solidFill>
                <a:latin typeface="BIZ UDPGothic"/>
              </a:rPr>
              <a:t>④ 6回以上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000" y="4445000"/>
            <a:ext cx="10922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BIZ UDPGothic"/>
              </a:rPr>
              <a:t>本文が入ります。ページ数が増えても図形が消えないかを見るための検証です。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35000" y="444500"/>
            <a:ext cx="10922000" cy="482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35000" y="444500"/>
            <a:ext cx="88900" cy="482600"/>
          </a:xfrm>
          <a:prstGeom prst="rect">
            <a:avLst/>
          </a:prstGeom>
          <a:solidFill>
            <a:srgbClr val="8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89000" y="444500"/>
            <a:ext cx="10160000" cy="482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BIZ UDPGothic"/>
              </a:rPr>
              <a:t>23ページ目　図形と枠線と矢印が最後まで残るか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5000" y="1333500"/>
            <a:ext cx="2667000" cy="889000"/>
          </a:xfrm>
          <a:prstGeom prst="roundRect">
            <a:avLst/>
          </a:prstGeom>
          <a:solidFill>
            <a:srgbClr val="FAFAFA"/>
          </a:solidFill>
          <a:ln w="31750">
            <a:solidFill>
              <a:srgbClr val="44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35000" y="1333500"/>
            <a:ext cx="2667000" cy="889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1A1A1A"/>
                </a:solidFill>
                <a:latin typeface="BIZ UDPGothic"/>
              </a:rPr>
              <a:t>送る側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556000" y="1587500"/>
            <a:ext cx="1270000" cy="508000"/>
          </a:xfrm>
          <a:prstGeom prst="rightArrow">
            <a:avLst/>
          </a:prstGeom>
          <a:solidFill>
            <a:srgbClr val="3D3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80000" y="1333500"/>
            <a:ext cx="2794000" cy="889000"/>
          </a:xfrm>
          <a:prstGeom prst="roundRect">
            <a:avLst/>
          </a:prstGeom>
          <a:solidFill>
            <a:srgbClr val="FFE9C7"/>
          </a:solidFill>
          <a:ln w="31750">
            <a:solidFill>
              <a:srgbClr val="D08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080000" y="1333500"/>
            <a:ext cx="2794000" cy="889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C25E00"/>
                </a:solidFill>
                <a:latin typeface="BIZ UDPGothic"/>
              </a:rPr>
              <a:t>確かめる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128000" y="1778000"/>
            <a:ext cx="1143000" cy="0"/>
          </a:xfrm>
          <a:prstGeom prst="line">
            <a:avLst/>
          </a:prstGeom>
          <a:ln w="31750">
            <a:solidFill>
              <a:srgbClr val="3D3D3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9525000" y="1333500"/>
            <a:ext cx="2032000" cy="889000"/>
          </a:xfrm>
          <a:prstGeom prst="roundRect">
            <a:avLst/>
          </a:prstGeom>
          <a:solidFill>
            <a:srgbClr val="EAF4FF"/>
          </a:solidFill>
          <a:ln w="31750">
            <a:solidFill>
              <a:srgbClr val="3A7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25000" y="1333500"/>
            <a:ext cx="2032000" cy="889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14385F"/>
                </a:solidFill>
                <a:latin typeface="BIZ UDPGothic"/>
              </a:rPr>
              <a:t>返る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000" y="3175000"/>
            <a:ext cx="2540000" cy="8255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35000" y="3175000"/>
            <a:ext cx="2540000" cy="825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900" b="0">
                <a:solidFill>
                  <a:srgbClr val="1A1A1A"/>
                </a:solidFill>
                <a:latin typeface="BIZ UDPGothic"/>
              </a:rPr>
              <a:t>① していない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29000" y="3175000"/>
            <a:ext cx="2540000" cy="8255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3429000" y="3175000"/>
            <a:ext cx="2540000" cy="825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900" b="0">
                <a:solidFill>
                  <a:srgbClr val="1A1A1A"/>
                </a:solidFill>
                <a:latin typeface="BIZ UDPGothic"/>
              </a:rPr>
              <a:t>② 1〜2回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23000" y="3175000"/>
            <a:ext cx="2540000" cy="8255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223000" y="3175000"/>
            <a:ext cx="2540000" cy="825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900" b="0">
                <a:solidFill>
                  <a:srgbClr val="1A1A1A"/>
                </a:solidFill>
                <a:latin typeface="BIZ UDPGothic"/>
              </a:rPr>
              <a:t>③ 3〜5回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17000" y="3175000"/>
            <a:ext cx="2540000" cy="8255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017000" y="3175000"/>
            <a:ext cx="2540000" cy="825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900" b="0">
                <a:solidFill>
                  <a:srgbClr val="1A1A1A"/>
                </a:solidFill>
                <a:latin typeface="BIZ UDPGothic"/>
              </a:rPr>
              <a:t>④ 6回以上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000" y="4445000"/>
            <a:ext cx="10922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BIZ UDPGothic"/>
              </a:rPr>
              <a:t>本文が入ります。ページ数が増えても図形が消えないかを見るための検証です。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35000" y="444500"/>
            <a:ext cx="10922000" cy="482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35000" y="444500"/>
            <a:ext cx="88900" cy="482600"/>
          </a:xfrm>
          <a:prstGeom prst="rect">
            <a:avLst/>
          </a:prstGeom>
          <a:solidFill>
            <a:srgbClr val="8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89000" y="444500"/>
            <a:ext cx="10160000" cy="482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BIZ UDPGothic"/>
              </a:rPr>
              <a:t>24ページ目　図形と枠線と矢印が最後まで残るか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5000" y="1333500"/>
            <a:ext cx="2667000" cy="889000"/>
          </a:xfrm>
          <a:prstGeom prst="roundRect">
            <a:avLst/>
          </a:prstGeom>
          <a:solidFill>
            <a:srgbClr val="FAFAFA"/>
          </a:solidFill>
          <a:ln w="31750">
            <a:solidFill>
              <a:srgbClr val="44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35000" y="1333500"/>
            <a:ext cx="2667000" cy="889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1A1A1A"/>
                </a:solidFill>
                <a:latin typeface="BIZ UDPGothic"/>
              </a:rPr>
              <a:t>送る側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556000" y="1587500"/>
            <a:ext cx="1270000" cy="508000"/>
          </a:xfrm>
          <a:prstGeom prst="rightArrow">
            <a:avLst/>
          </a:prstGeom>
          <a:solidFill>
            <a:srgbClr val="3D3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80000" y="1333500"/>
            <a:ext cx="2794000" cy="889000"/>
          </a:xfrm>
          <a:prstGeom prst="roundRect">
            <a:avLst/>
          </a:prstGeom>
          <a:solidFill>
            <a:srgbClr val="FFE9C7"/>
          </a:solidFill>
          <a:ln w="31750">
            <a:solidFill>
              <a:srgbClr val="D08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080000" y="1333500"/>
            <a:ext cx="2794000" cy="889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C25E00"/>
                </a:solidFill>
                <a:latin typeface="BIZ UDPGothic"/>
              </a:rPr>
              <a:t>確かめる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128000" y="1778000"/>
            <a:ext cx="1143000" cy="0"/>
          </a:xfrm>
          <a:prstGeom prst="line">
            <a:avLst/>
          </a:prstGeom>
          <a:ln w="31750">
            <a:solidFill>
              <a:srgbClr val="3D3D3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9525000" y="1333500"/>
            <a:ext cx="2032000" cy="889000"/>
          </a:xfrm>
          <a:prstGeom prst="roundRect">
            <a:avLst/>
          </a:prstGeom>
          <a:solidFill>
            <a:srgbClr val="EAF4FF"/>
          </a:solidFill>
          <a:ln w="31750">
            <a:solidFill>
              <a:srgbClr val="3A7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25000" y="1333500"/>
            <a:ext cx="2032000" cy="889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14385F"/>
                </a:solidFill>
                <a:latin typeface="BIZ UDPGothic"/>
              </a:rPr>
              <a:t>返る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000" y="3175000"/>
            <a:ext cx="2540000" cy="8255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35000" y="3175000"/>
            <a:ext cx="2540000" cy="825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900" b="0">
                <a:solidFill>
                  <a:srgbClr val="1A1A1A"/>
                </a:solidFill>
                <a:latin typeface="BIZ UDPGothic"/>
              </a:rPr>
              <a:t>① していない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29000" y="3175000"/>
            <a:ext cx="2540000" cy="8255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3429000" y="3175000"/>
            <a:ext cx="2540000" cy="825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900" b="0">
                <a:solidFill>
                  <a:srgbClr val="1A1A1A"/>
                </a:solidFill>
                <a:latin typeface="BIZ UDPGothic"/>
              </a:rPr>
              <a:t>② 1〜2回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23000" y="3175000"/>
            <a:ext cx="2540000" cy="8255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223000" y="3175000"/>
            <a:ext cx="2540000" cy="825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900" b="0">
                <a:solidFill>
                  <a:srgbClr val="1A1A1A"/>
                </a:solidFill>
                <a:latin typeface="BIZ UDPGothic"/>
              </a:rPr>
              <a:t>③ 3〜5回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17000" y="3175000"/>
            <a:ext cx="2540000" cy="8255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017000" y="3175000"/>
            <a:ext cx="2540000" cy="825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900" b="0">
                <a:solidFill>
                  <a:srgbClr val="1A1A1A"/>
                </a:solidFill>
                <a:latin typeface="BIZ UDPGothic"/>
              </a:rPr>
              <a:t>④ 6回以上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000" y="4445000"/>
            <a:ext cx="10922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BIZ UDPGothic"/>
              </a:rPr>
              <a:t>本文が入ります。ページ数が増えても図形が消えないかを見るための検証です。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35000" y="444500"/>
            <a:ext cx="10922000" cy="482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35000" y="444500"/>
            <a:ext cx="88900" cy="482600"/>
          </a:xfrm>
          <a:prstGeom prst="rect">
            <a:avLst/>
          </a:prstGeom>
          <a:solidFill>
            <a:srgbClr val="8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89000" y="444500"/>
            <a:ext cx="10160000" cy="482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BIZ UDPGothic"/>
              </a:rPr>
              <a:t>25ページ目　図形と枠線と矢印が最後まで残るか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5000" y="1333500"/>
            <a:ext cx="2667000" cy="889000"/>
          </a:xfrm>
          <a:prstGeom prst="roundRect">
            <a:avLst/>
          </a:prstGeom>
          <a:solidFill>
            <a:srgbClr val="FAFAFA"/>
          </a:solidFill>
          <a:ln w="31750">
            <a:solidFill>
              <a:srgbClr val="44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35000" y="1333500"/>
            <a:ext cx="2667000" cy="889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1A1A1A"/>
                </a:solidFill>
                <a:latin typeface="BIZ UDPGothic"/>
              </a:rPr>
              <a:t>送る側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556000" y="1587500"/>
            <a:ext cx="1270000" cy="508000"/>
          </a:xfrm>
          <a:prstGeom prst="rightArrow">
            <a:avLst/>
          </a:prstGeom>
          <a:solidFill>
            <a:srgbClr val="3D3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80000" y="1333500"/>
            <a:ext cx="2794000" cy="889000"/>
          </a:xfrm>
          <a:prstGeom prst="roundRect">
            <a:avLst/>
          </a:prstGeom>
          <a:solidFill>
            <a:srgbClr val="FFE9C7"/>
          </a:solidFill>
          <a:ln w="31750">
            <a:solidFill>
              <a:srgbClr val="D08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080000" y="1333500"/>
            <a:ext cx="2794000" cy="889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C25E00"/>
                </a:solidFill>
                <a:latin typeface="BIZ UDPGothic"/>
              </a:rPr>
              <a:t>確かめる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128000" y="1778000"/>
            <a:ext cx="1143000" cy="0"/>
          </a:xfrm>
          <a:prstGeom prst="line">
            <a:avLst/>
          </a:prstGeom>
          <a:ln w="31750">
            <a:solidFill>
              <a:srgbClr val="3D3D3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9525000" y="1333500"/>
            <a:ext cx="2032000" cy="889000"/>
          </a:xfrm>
          <a:prstGeom prst="roundRect">
            <a:avLst/>
          </a:prstGeom>
          <a:solidFill>
            <a:srgbClr val="EAF4FF"/>
          </a:solidFill>
          <a:ln w="31750">
            <a:solidFill>
              <a:srgbClr val="3A7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25000" y="1333500"/>
            <a:ext cx="2032000" cy="889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14385F"/>
                </a:solidFill>
                <a:latin typeface="BIZ UDPGothic"/>
              </a:rPr>
              <a:t>返る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000" y="3175000"/>
            <a:ext cx="2540000" cy="8255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35000" y="3175000"/>
            <a:ext cx="2540000" cy="825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900" b="0">
                <a:solidFill>
                  <a:srgbClr val="1A1A1A"/>
                </a:solidFill>
                <a:latin typeface="BIZ UDPGothic"/>
              </a:rPr>
              <a:t>① していない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29000" y="3175000"/>
            <a:ext cx="2540000" cy="8255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3429000" y="3175000"/>
            <a:ext cx="2540000" cy="825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900" b="0">
                <a:solidFill>
                  <a:srgbClr val="1A1A1A"/>
                </a:solidFill>
                <a:latin typeface="BIZ UDPGothic"/>
              </a:rPr>
              <a:t>② 1〜2回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23000" y="3175000"/>
            <a:ext cx="2540000" cy="8255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223000" y="3175000"/>
            <a:ext cx="2540000" cy="825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900" b="0">
                <a:solidFill>
                  <a:srgbClr val="1A1A1A"/>
                </a:solidFill>
                <a:latin typeface="BIZ UDPGothic"/>
              </a:rPr>
              <a:t>③ 3〜5回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17000" y="3175000"/>
            <a:ext cx="2540000" cy="8255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017000" y="3175000"/>
            <a:ext cx="2540000" cy="825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900" b="0">
                <a:solidFill>
                  <a:srgbClr val="1A1A1A"/>
                </a:solidFill>
                <a:latin typeface="BIZ UDPGothic"/>
              </a:rPr>
              <a:t>④ 6回以上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000" y="4445000"/>
            <a:ext cx="10922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BIZ UDPGothic"/>
              </a:rPr>
              <a:t>本文が入ります。ページ数が増えても図形が消えないかを見るための検証です。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35000" y="444500"/>
            <a:ext cx="10922000" cy="482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35000" y="444500"/>
            <a:ext cx="88900" cy="482600"/>
          </a:xfrm>
          <a:prstGeom prst="rect">
            <a:avLst/>
          </a:prstGeom>
          <a:solidFill>
            <a:srgbClr val="8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89000" y="444500"/>
            <a:ext cx="10160000" cy="482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BIZ UDPGothic"/>
              </a:rPr>
              <a:t>26ページ目　図形と枠線と矢印が最後まで残るか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5000" y="1333500"/>
            <a:ext cx="2667000" cy="889000"/>
          </a:xfrm>
          <a:prstGeom prst="roundRect">
            <a:avLst/>
          </a:prstGeom>
          <a:solidFill>
            <a:srgbClr val="FAFAFA"/>
          </a:solidFill>
          <a:ln w="31750">
            <a:solidFill>
              <a:srgbClr val="44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35000" y="1333500"/>
            <a:ext cx="2667000" cy="889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1A1A1A"/>
                </a:solidFill>
                <a:latin typeface="BIZ UDPGothic"/>
              </a:rPr>
              <a:t>送る側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556000" y="1587500"/>
            <a:ext cx="1270000" cy="508000"/>
          </a:xfrm>
          <a:prstGeom prst="rightArrow">
            <a:avLst/>
          </a:prstGeom>
          <a:solidFill>
            <a:srgbClr val="3D3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80000" y="1333500"/>
            <a:ext cx="2794000" cy="889000"/>
          </a:xfrm>
          <a:prstGeom prst="roundRect">
            <a:avLst/>
          </a:prstGeom>
          <a:solidFill>
            <a:srgbClr val="FFE9C7"/>
          </a:solidFill>
          <a:ln w="31750">
            <a:solidFill>
              <a:srgbClr val="D08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080000" y="1333500"/>
            <a:ext cx="2794000" cy="889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C25E00"/>
                </a:solidFill>
                <a:latin typeface="BIZ UDPGothic"/>
              </a:rPr>
              <a:t>確かめる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128000" y="1778000"/>
            <a:ext cx="1143000" cy="0"/>
          </a:xfrm>
          <a:prstGeom prst="line">
            <a:avLst/>
          </a:prstGeom>
          <a:ln w="31750">
            <a:solidFill>
              <a:srgbClr val="3D3D3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9525000" y="1333500"/>
            <a:ext cx="2032000" cy="889000"/>
          </a:xfrm>
          <a:prstGeom prst="roundRect">
            <a:avLst/>
          </a:prstGeom>
          <a:solidFill>
            <a:srgbClr val="EAF4FF"/>
          </a:solidFill>
          <a:ln w="31750">
            <a:solidFill>
              <a:srgbClr val="3A7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25000" y="1333500"/>
            <a:ext cx="2032000" cy="889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14385F"/>
                </a:solidFill>
                <a:latin typeface="BIZ UDPGothic"/>
              </a:rPr>
              <a:t>返る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000" y="3175000"/>
            <a:ext cx="2540000" cy="8255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35000" y="3175000"/>
            <a:ext cx="2540000" cy="825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900" b="0">
                <a:solidFill>
                  <a:srgbClr val="1A1A1A"/>
                </a:solidFill>
                <a:latin typeface="BIZ UDPGothic"/>
              </a:rPr>
              <a:t>① していない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29000" y="3175000"/>
            <a:ext cx="2540000" cy="8255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3429000" y="3175000"/>
            <a:ext cx="2540000" cy="825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900" b="0">
                <a:solidFill>
                  <a:srgbClr val="1A1A1A"/>
                </a:solidFill>
                <a:latin typeface="BIZ UDPGothic"/>
              </a:rPr>
              <a:t>② 1〜2回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23000" y="3175000"/>
            <a:ext cx="2540000" cy="8255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223000" y="3175000"/>
            <a:ext cx="2540000" cy="825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900" b="0">
                <a:solidFill>
                  <a:srgbClr val="1A1A1A"/>
                </a:solidFill>
                <a:latin typeface="BIZ UDPGothic"/>
              </a:rPr>
              <a:t>③ 3〜5回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17000" y="3175000"/>
            <a:ext cx="2540000" cy="8255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017000" y="3175000"/>
            <a:ext cx="2540000" cy="825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900" b="0">
                <a:solidFill>
                  <a:srgbClr val="1A1A1A"/>
                </a:solidFill>
                <a:latin typeface="BIZ UDPGothic"/>
              </a:rPr>
              <a:t>④ 6回以上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000" y="4445000"/>
            <a:ext cx="10922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BIZ UDPGothic"/>
              </a:rPr>
              <a:t>本文が入ります。ページ数が増えても図形が消えないかを見るための検証です。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35000" y="444500"/>
            <a:ext cx="10922000" cy="482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35000" y="444500"/>
            <a:ext cx="88900" cy="482600"/>
          </a:xfrm>
          <a:prstGeom prst="rect">
            <a:avLst/>
          </a:prstGeom>
          <a:solidFill>
            <a:srgbClr val="8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89000" y="444500"/>
            <a:ext cx="10160000" cy="482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BIZ UDPGothic"/>
              </a:rPr>
              <a:t>27ページ目　図形と枠線と矢印が最後まで残るか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5000" y="1333500"/>
            <a:ext cx="2667000" cy="889000"/>
          </a:xfrm>
          <a:prstGeom prst="roundRect">
            <a:avLst/>
          </a:prstGeom>
          <a:solidFill>
            <a:srgbClr val="FAFAFA"/>
          </a:solidFill>
          <a:ln w="31750">
            <a:solidFill>
              <a:srgbClr val="44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35000" y="1333500"/>
            <a:ext cx="2667000" cy="889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1A1A1A"/>
                </a:solidFill>
                <a:latin typeface="BIZ UDPGothic"/>
              </a:rPr>
              <a:t>送る側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556000" y="1587500"/>
            <a:ext cx="1270000" cy="508000"/>
          </a:xfrm>
          <a:prstGeom prst="rightArrow">
            <a:avLst/>
          </a:prstGeom>
          <a:solidFill>
            <a:srgbClr val="3D3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80000" y="1333500"/>
            <a:ext cx="2794000" cy="889000"/>
          </a:xfrm>
          <a:prstGeom prst="roundRect">
            <a:avLst/>
          </a:prstGeom>
          <a:solidFill>
            <a:srgbClr val="FFE9C7"/>
          </a:solidFill>
          <a:ln w="31750">
            <a:solidFill>
              <a:srgbClr val="D08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080000" y="1333500"/>
            <a:ext cx="2794000" cy="889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C25E00"/>
                </a:solidFill>
                <a:latin typeface="BIZ UDPGothic"/>
              </a:rPr>
              <a:t>確かめる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128000" y="1778000"/>
            <a:ext cx="1143000" cy="0"/>
          </a:xfrm>
          <a:prstGeom prst="line">
            <a:avLst/>
          </a:prstGeom>
          <a:ln w="31750">
            <a:solidFill>
              <a:srgbClr val="3D3D3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9525000" y="1333500"/>
            <a:ext cx="2032000" cy="889000"/>
          </a:xfrm>
          <a:prstGeom prst="roundRect">
            <a:avLst/>
          </a:prstGeom>
          <a:solidFill>
            <a:srgbClr val="EAF4FF"/>
          </a:solidFill>
          <a:ln w="31750">
            <a:solidFill>
              <a:srgbClr val="3A7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25000" y="1333500"/>
            <a:ext cx="2032000" cy="889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14385F"/>
                </a:solidFill>
                <a:latin typeface="BIZ UDPGothic"/>
              </a:rPr>
              <a:t>返る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000" y="3175000"/>
            <a:ext cx="2540000" cy="8255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35000" y="3175000"/>
            <a:ext cx="2540000" cy="825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900" b="0">
                <a:solidFill>
                  <a:srgbClr val="1A1A1A"/>
                </a:solidFill>
                <a:latin typeface="BIZ UDPGothic"/>
              </a:rPr>
              <a:t>① していない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29000" y="3175000"/>
            <a:ext cx="2540000" cy="8255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3429000" y="3175000"/>
            <a:ext cx="2540000" cy="825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900" b="0">
                <a:solidFill>
                  <a:srgbClr val="1A1A1A"/>
                </a:solidFill>
                <a:latin typeface="BIZ UDPGothic"/>
              </a:rPr>
              <a:t>② 1〜2回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23000" y="3175000"/>
            <a:ext cx="2540000" cy="8255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223000" y="3175000"/>
            <a:ext cx="2540000" cy="825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900" b="0">
                <a:solidFill>
                  <a:srgbClr val="1A1A1A"/>
                </a:solidFill>
                <a:latin typeface="BIZ UDPGothic"/>
              </a:rPr>
              <a:t>③ 3〜5回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17000" y="3175000"/>
            <a:ext cx="2540000" cy="8255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017000" y="3175000"/>
            <a:ext cx="2540000" cy="825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900" b="0">
                <a:solidFill>
                  <a:srgbClr val="1A1A1A"/>
                </a:solidFill>
                <a:latin typeface="BIZ UDPGothic"/>
              </a:rPr>
              <a:t>④ 6回以上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000" y="4445000"/>
            <a:ext cx="10922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BIZ UDPGothic"/>
              </a:rPr>
              <a:t>本文が入ります。ページ数が増えても図形が消えないかを見るための検証です。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35000" y="444500"/>
            <a:ext cx="10922000" cy="482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35000" y="444500"/>
            <a:ext cx="88900" cy="482600"/>
          </a:xfrm>
          <a:prstGeom prst="rect">
            <a:avLst/>
          </a:prstGeom>
          <a:solidFill>
            <a:srgbClr val="8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89000" y="444500"/>
            <a:ext cx="10160000" cy="482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BIZ UDPGothic"/>
              </a:rPr>
              <a:t>28ページ目　図形と枠線と矢印が最後まで残るか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5000" y="1333500"/>
            <a:ext cx="2667000" cy="889000"/>
          </a:xfrm>
          <a:prstGeom prst="roundRect">
            <a:avLst/>
          </a:prstGeom>
          <a:solidFill>
            <a:srgbClr val="FAFAFA"/>
          </a:solidFill>
          <a:ln w="31750">
            <a:solidFill>
              <a:srgbClr val="44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35000" y="1333500"/>
            <a:ext cx="2667000" cy="889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1A1A1A"/>
                </a:solidFill>
                <a:latin typeface="BIZ UDPGothic"/>
              </a:rPr>
              <a:t>送る側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556000" y="1587500"/>
            <a:ext cx="1270000" cy="508000"/>
          </a:xfrm>
          <a:prstGeom prst="rightArrow">
            <a:avLst/>
          </a:prstGeom>
          <a:solidFill>
            <a:srgbClr val="3D3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80000" y="1333500"/>
            <a:ext cx="2794000" cy="889000"/>
          </a:xfrm>
          <a:prstGeom prst="roundRect">
            <a:avLst/>
          </a:prstGeom>
          <a:solidFill>
            <a:srgbClr val="FFE9C7"/>
          </a:solidFill>
          <a:ln w="31750">
            <a:solidFill>
              <a:srgbClr val="D08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080000" y="1333500"/>
            <a:ext cx="2794000" cy="889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C25E00"/>
                </a:solidFill>
                <a:latin typeface="BIZ UDPGothic"/>
              </a:rPr>
              <a:t>確かめる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128000" y="1778000"/>
            <a:ext cx="1143000" cy="0"/>
          </a:xfrm>
          <a:prstGeom prst="line">
            <a:avLst/>
          </a:prstGeom>
          <a:ln w="31750">
            <a:solidFill>
              <a:srgbClr val="3D3D3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9525000" y="1333500"/>
            <a:ext cx="2032000" cy="889000"/>
          </a:xfrm>
          <a:prstGeom prst="roundRect">
            <a:avLst/>
          </a:prstGeom>
          <a:solidFill>
            <a:srgbClr val="EAF4FF"/>
          </a:solidFill>
          <a:ln w="31750">
            <a:solidFill>
              <a:srgbClr val="3A7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25000" y="1333500"/>
            <a:ext cx="2032000" cy="889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14385F"/>
                </a:solidFill>
                <a:latin typeface="BIZ UDPGothic"/>
              </a:rPr>
              <a:t>返る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000" y="3175000"/>
            <a:ext cx="2540000" cy="8255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35000" y="3175000"/>
            <a:ext cx="2540000" cy="825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900" b="0">
                <a:solidFill>
                  <a:srgbClr val="1A1A1A"/>
                </a:solidFill>
                <a:latin typeface="BIZ UDPGothic"/>
              </a:rPr>
              <a:t>① していない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29000" y="3175000"/>
            <a:ext cx="2540000" cy="8255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3429000" y="3175000"/>
            <a:ext cx="2540000" cy="825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900" b="0">
                <a:solidFill>
                  <a:srgbClr val="1A1A1A"/>
                </a:solidFill>
                <a:latin typeface="BIZ UDPGothic"/>
              </a:rPr>
              <a:t>② 1〜2回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23000" y="3175000"/>
            <a:ext cx="2540000" cy="8255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223000" y="3175000"/>
            <a:ext cx="2540000" cy="825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900" b="0">
                <a:solidFill>
                  <a:srgbClr val="1A1A1A"/>
                </a:solidFill>
                <a:latin typeface="BIZ UDPGothic"/>
              </a:rPr>
              <a:t>③ 3〜5回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17000" y="3175000"/>
            <a:ext cx="2540000" cy="8255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017000" y="3175000"/>
            <a:ext cx="2540000" cy="825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900" b="0">
                <a:solidFill>
                  <a:srgbClr val="1A1A1A"/>
                </a:solidFill>
                <a:latin typeface="BIZ UDPGothic"/>
              </a:rPr>
              <a:t>④ 6回以上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000" y="4445000"/>
            <a:ext cx="10922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BIZ UDPGothic"/>
              </a:rPr>
              <a:t>本文が入ります。ページ数が増えても図形が消えないかを見るための検証です。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35000" y="444500"/>
            <a:ext cx="10922000" cy="482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35000" y="444500"/>
            <a:ext cx="88900" cy="482600"/>
          </a:xfrm>
          <a:prstGeom prst="rect">
            <a:avLst/>
          </a:prstGeom>
          <a:solidFill>
            <a:srgbClr val="8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89000" y="444500"/>
            <a:ext cx="10160000" cy="482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BIZ UDPGothic"/>
              </a:rPr>
              <a:t>29ページ目　図形と枠線と矢印が最後まで残るか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5000" y="1333500"/>
            <a:ext cx="2667000" cy="889000"/>
          </a:xfrm>
          <a:prstGeom prst="roundRect">
            <a:avLst/>
          </a:prstGeom>
          <a:solidFill>
            <a:srgbClr val="FAFAFA"/>
          </a:solidFill>
          <a:ln w="31750">
            <a:solidFill>
              <a:srgbClr val="44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35000" y="1333500"/>
            <a:ext cx="2667000" cy="889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1A1A1A"/>
                </a:solidFill>
                <a:latin typeface="BIZ UDPGothic"/>
              </a:rPr>
              <a:t>送る側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556000" y="1587500"/>
            <a:ext cx="1270000" cy="508000"/>
          </a:xfrm>
          <a:prstGeom prst="rightArrow">
            <a:avLst/>
          </a:prstGeom>
          <a:solidFill>
            <a:srgbClr val="3D3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80000" y="1333500"/>
            <a:ext cx="2794000" cy="889000"/>
          </a:xfrm>
          <a:prstGeom prst="roundRect">
            <a:avLst/>
          </a:prstGeom>
          <a:solidFill>
            <a:srgbClr val="FFE9C7"/>
          </a:solidFill>
          <a:ln w="31750">
            <a:solidFill>
              <a:srgbClr val="D08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080000" y="1333500"/>
            <a:ext cx="2794000" cy="889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C25E00"/>
                </a:solidFill>
                <a:latin typeface="BIZ UDPGothic"/>
              </a:rPr>
              <a:t>確かめる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128000" y="1778000"/>
            <a:ext cx="1143000" cy="0"/>
          </a:xfrm>
          <a:prstGeom prst="line">
            <a:avLst/>
          </a:prstGeom>
          <a:ln w="31750">
            <a:solidFill>
              <a:srgbClr val="3D3D3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9525000" y="1333500"/>
            <a:ext cx="2032000" cy="889000"/>
          </a:xfrm>
          <a:prstGeom prst="roundRect">
            <a:avLst/>
          </a:prstGeom>
          <a:solidFill>
            <a:srgbClr val="EAF4FF"/>
          </a:solidFill>
          <a:ln w="31750">
            <a:solidFill>
              <a:srgbClr val="3A7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25000" y="1333500"/>
            <a:ext cx="2032000" cy="889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14385F"/>
                </a:solidFill>
                <a:latin typeface="BIZ UDPGothic"/>
              </a:rPr>
              <a:t>返る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000" y="3175000"/>
            <a:ext cx="2540000" cy="8255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35000" y="3175000"/>
            <a:ext cx="2540000" cy="825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900" b="0">
                <a:solidFill>
                  <a:srgbClr val="1A1A1A"/>
                </a:solidFill>
                <a:latin typeface="BIZ UDPGothic"/>
              </a:rPr>
              <a:t>① していない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29000" y="3175000"/>
            <a:ext cx="2540000" cy="8255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3429000" y="3175000"/>
            <a:ext cx="2540000" cy="825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900" b="0">
                <a:solidFill>
                  <a:srgbClr val="1A1A1A"/>
                </a:solidFill>
                <a:latin typeface="BIZ UDPGothic"/>
              </a:rPr>
              <a:t>② 1〜2回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23000" y="3175000"/>
            <a:ext cx="2540000" cy="8255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223000" y="3175000"/>
            <a:ext cx="2540000" cy="825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900" b="0">
                <a:solidFill>
                  <a:srgbClr val="1A1A1A"/>
                </a:solidFill>
                <a:latin typeface="BIZ UDPGothic"/>
              </a:rPr>
              <a:t>③ 3〜5回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17000" y="3175000"/>
            <a:ext cx="2540000" cy="8255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017000" y="3175000"/>
            <a:ext cx="2540000" cy="825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900" b="0">
                <a:solidFill>
                  <a:srgbClr val="1A1A1A"/>
                </a:solidFill>
                <a:latin typeface="BIZ UDPGothic"/>
              </a:rPr>
              <a:t>④ 6回以上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000" y="4445000"/>
            <a:ext cx="10922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BIZ UDPGothic"/>
              </a:rPr>
              <a:t>本文が入ります。ページ数が増えても図形が消えないかを見るための検証です。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35000" y="444500"/>
            <a:ext cx="10922000" cy="482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35000" y="444500"/>
            <a:ext cx="88900" cy="482600"/>
          </a:xfrm>
          <a:prstGeom prst="rect">
            <a:avLst/>
          </a:prstGeom>
          <a:solidFill>
            <a:srgbClr val="8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89000" y="444500"/>
            <a:ext cx="10160000" cy="482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BIZ UDPGothic"/>
              </a:rPr>
              <a:t>30ページ目　図形と枠線と矢印が最後まで残るか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5000" y="1333500"/>
            <a:ext cx="2667000" cy="889000"/>
          </a:xfrm>
          <a:prstGeom prst="roundRect">
            <a:avLst/>
          </a:prstGeom>
          <a:solidFill>
            <a:srgbClr val="FAFAFA"/>
          </a:solidFill>
          <a:ln w="31750">
            <a:solidFill>
              <a:srgbClr val="44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35000" y="1333500"/>
            <a:ext cx="2667000" cy="889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1A1A1A"/>
                </a:solidFill>
                <a:latin typeface="BIZ UDPGothic"/>
              </a:rPr>
              <a:t>送る側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556000" y="1587500"/>
            <a:ext cx="1270000" cy="508000"/>
          </a:xfrm>
          <a:prstGeom prst="rightArrow">
            <a:avLst/>
          </a:prstGeom>
          <a:solidFill>
            <a:srgbClr val="3D3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80000" y="1333500"/>
            <a:ext cx="2794000" cy="889000"/>
          </a:xfrm>
          <a:prstGeom prst="roundRect">
            <a:avLst/>
          </a:prstGeom>
          <a:solidFill>
            <a:srgbClr val="FFE9C7"/>
          </a:solidFill>
          <a:ln w="31750">
            <a:solidFill>
              <a:srgbClr val="D08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080000" y="1333500"/>
            <a:ext cx="2794000" cy="889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C25E00"/>
                </a:solidFill>
                <a:latin typeface="BIZ UDPGothic"/>
              </a:rPr>
              <a:t>確かめる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128000" y="1778000"/>
            <a:ext cx="1143000" cy="0"/>
          </a:xfrm>
          <a:prstGeom prst="line">
            <a:avLst/>
          </a:prstGeom>
          <a:ln w="31750">
            <a:solidFill>
              <a:srgbClr val="3D3D3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9525000" y="1333500"/>
            <a:ext cx="2032000" cy="889000"/>
          </a:xfrm>
          <a:prstGeom prst="roundRect">
            <a:avLst/>
          </a:prstGeom>
          <a:solidFill>
            <a:srgbClr val="EAF4FF"/>
          </a:solidFill>
          <a:ln w="31750">
            <a:solidFill>
              <a:srgbClr val="3A7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25000" y="1333500"/>
            <a:ext cx="2032000" cy="889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14385F"/>
                </a:solidFill>
                <a:latin typeface="BIZ UDPGothic"/>
              </a:rPr>
              <a:t>返る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000" y="3175000"/>
            <a:ext cx="2540000" cy="8255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35000" y="3175000"/>
            <a:ext cx="2540000" cy="825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900" b="0">
                <a:solidFill>
                  <a:srgbClr val="1A1A1A"/>
                </a:solidFill>
                <a:latin typeface="BIZ UDPGothic"/>
              </a:rPr>
              <a:t>① していない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29000" y="3175000"/>
            <a:ext cx="2540000" cy="8255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3429000" y="3175000"/>
            <a:ext cx="2540000" cy="825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900" b="0">
                <a:solidFill>
                  <a:srgbClr val="1A1A1A"/>
                </a:solidFill>
                <a:latin typeface="BIZ UDPGothic"/>
              </a:rPr>
              <a:t>② 1〜2回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23000" y="3175000"/>
            <a:ext cx="2540000" cy="8255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223000" y="3175000"/>
            <a:ext cx="2540000" cy="825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900" b="0">
                <a:solidFill>
                  <a:srgbClr val="1A1A1A"/>
                </a:solidFill>
                <a:latin typeface="BIZ UDPGothic"/>
              </a:rPr>
              <a:t>③ 3〜5回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17000" y="3175000"/>
            <a:ext cx="2540000" cy="8255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017000" y="3175000"/>
            <a:ext cx="2540000" cy="825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900" b="0">
                <a:solidFill>
                  <a:srgbClr val="1A1A1A"/>
                </a:solidFill>
                <a:latin typeface="BIZ UDPGothic"/>
              </a:rPr>
              <a:t>④ 6回以上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000" y="4445000"/>
            <a:ext cx="10922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BIZ UDPGothic"/>
              </a:rPr>
              <a:t>本文が入ります。ページ数が増えても図形が消えないかを見るための検証です。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