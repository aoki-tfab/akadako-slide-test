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x="18288000" cy="10287000"/>
  <p:notesSz cx="6858000" cy="9144000"/>
  <p:embeddedFontLst>
    <p:embeddedFont>
      <p:font typeface="BIZ UDPGothic Bold" charset="1" panose="020B0800000000000000"/>
      <p:regular r:id="rId39"/>
    </p:embeddedFont>
    <p:embeddedFont>
      <p:font typeface="Calibri (MS) Bold" charset="1" panose="020F0702030404030204"/>
      <p:regular r:id="rId40"/>
    </p:embeddedFont>
    <p:embeddedFont>
      <p:font typeface="Calibri (MS)" charset="1" panose="020F0502020204030204"/>
      <p:regular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notesMaster" Target="notesMasters/notesMaster1.xml"/><Relationship Id="rId37" Type="http://schemas.openxmlformats.org/officeDocument/2006/relationships/theme" Target="theme/theme2.xml"/><Relationship Id="rId38" Type="http://schemas.openxmlformats.org/officeDocument/2006/relationships/notesSlide" Target="notesSlides/notesSlide1.xml"/><Relationship Id="rId39" Type="http://schemas.openxmlformats.org/officeDocument/2006/relationships/font" Target="fonts/font39.fntdata"/><Relationship Id="rId40" Type="http://schemas.openxmlformats.org/officeDocument/2006/relationships/font" Target="fonts/font40.fntdata"/><Relationship Id="rId41" Type="http://schemas.openxmlformats.org/officeDocument/2006/relationships/font" Target="fonts/font41.fntdata"/><Relationship Id="rId42" Type="http://schemas.openxmlformats.org/officeDocument/2006/relationships/notesSlide" Target="notesSlides/notesSlide2.xml"/><Relationship Id="rId43" Type="http://schemas.openxmlformats.org/officeDocument/2006/relationships/notesSlide" Target="notesSlides/notesSlide3.xml"/><Relationship Id="rId44" Type="http://schemas.openxmlformats.org/officeDocument/2006/relationships/notesSlide" Target="notesSlides/notesSlide4.xml"/><Relationship Id="rId45" Type="http://schemas.openxmlformats.org/officeDocument/2006/relationships/notesSlide" Target="notesSlides/notesSlide5.xml"/><Relationship Id="rId46" Type="http://schemas.openxmlformats.org/officeDocument/2006/relationships/notesSlide" Target="notesSlides/notesSlide6.xml"/><Relationship Id="rId47" Type="http://schemas.openxmlformats.org/officeDocument/2006/relationships/notesSlide" Target="notesSlides/notesSlide7.xml"/><Relationship Id="rId48" Type="http://schemas.openxmlformats.org/officeDocument/2006/relationships/notesSlide" Target="notesSlides/notesSlide8.xml"/><Relationship Id="rId49" Type="http://schemas.openxmlformats.org/officeDocument/2006/relationships/notesSlide" Target="notesSlides/notesSlide9.xml"/><Relationship Id="rId50" Type="http://schemas.openxmlformats.org/officeDocument/2006/relationships/notesSlide" Target="notesSlides/notesSlide10.xml"/><Relationship Id="rId51" Type="http://schemas.openxmlformats.org/officeDocument/2006/relationships/notesSlide" Target="notesSlides/notesSlide11.xml"/><Relationship Id="rId52" Type="http://schemas.openxmlformats.org/officeDocument/2006/relationships/notesSlide" Target="notesSlides/notesSlide12.xml"/><Relationship Id="rId53" Type="http://schemas.openxmlformats.org/officeDocument/2006/relationships/notesSlide" Target="notesSlides/notesSlide13.xml"/><Relationship Id="rId54" Type="http://schemas.openxmlformats.org/officeDocument/2006/relationships/notesSlide" Target="notesSlides/notesSlide14.xml"/><Relationship Id="rId55" Type="http://schemas.openxmlformats.org/officeDocument/2006/relationships/notesSlide" Target="notesSlides/notesSlide15.xml"/><Relationship Id="rId56" Type="http://schemas.openxmlformats.org/officeDocument/2006/relationships/notesSlide" Target="notesSlides/notesSlide16.xml"/><Relationship Id="rId57" Type="http://schemas.openxmlformats.org/officeDocument/2006/relationships/notesSlide" Target="notesSlides/notesSlide17.xml"/><Relationship Id="rId58" Type="http://schemas.openxmlformats.org/officeDocument/2006/relationships/notesSlide" Target="notesSlides/notesSlide18.xml"/><Relationship Id="rId59" Type="http://schemas.openxmlformats.org/officeDocument/2006/relationships/notesSlide" Target="notesSlides/notesSlide19.xml"/><Relationship Id="rId60" Type="http://schemas.openxmlformats.org/officeDocument/2006/relationships/notesSlide" Target="notesSlides/notesSlide20.xml"/><Relationship Id="rId61" Type="http://schemas.openxmlformats.org/officeDocument/2006/relationships/notesSlide" Target="notesSlides/notesSlide21.xml"/><Relationship Id="rId62" Type="http://schemas.openxmlformats.org/officeDocument/2006/relationships/notesSlide" Target="notesSlides/notesSlide22.xml"/><Relationship Id="rId63" Type="http://schemas.openxmlformats.org/officeDocument/2006/relationships/notesSlide" Target="notesSlides/notesSlide23.xml"/><Relationship Id="rId64" Type="http://schemas.openxmlformats.org/officeDocument/2006/relationships/notesSlide" Target="notesSlides/notesSlide24.xml"/><Relationship Id="rId65" Type="http://schemas.openxmlformats.org/officeDocument/2006/relationships/notesSlide" Target="notesSlides/notesSlide25.xml"/><Relationship Id="rId66" Type="http://schemas.openxmlformats.org/officeDocument/2006/relationships/notesSlide" Target="notesSlides/notesSlide26.xml"/><Relationship Id="rId67" Type="http://schemas.openxmlformats.org/officeDocument/2006/relationships/notesSlide" Target="notesSlides/notesSlide27.xml"/><Relationship Id="rId68" Type="http://schemas.openxmlformats.org/officeDocument/2006/relationships/notesSlide" Target="notesSlides/notesSlide28.xml"/><Relationship Id="rId69" Type="http://schemas.openxmlformats.org/officeDocument/2006/relationships/notesSlide" Target="notesSlides/notesSlide29.xml"/><Relationship Id="rId70" Type="http://schemas.openxmlformats.org/officeDocument/2006/relationships/notesSlide" Target="notesSlides/notes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この時間のねらいと、教師が言うことを書いた話者ノートです。実際の教材でも同じくらいの分量を入れます。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e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e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e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e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e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e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e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e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e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e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e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e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e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e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e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e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e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e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e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e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e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e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e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e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3ページ目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4ページ目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5ページ目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6ページ目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7ページ目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8ページ目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9ページ目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10ページ目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11ページ目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12ページ目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13ページ目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14ページ目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15ページ目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16ページ目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17ページ目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18ページ目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19ページ目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20ページ目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21ページ目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22ページ目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23ページ目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24ページ目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25ページ目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26ページ目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27ページ目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28ページ目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29ページ目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52500" y="666750"/>
            <a:ext cx="16383000" cy="723900"/>
            <a:chOff x="0" y="0"/>
            <a:chExt cx="21844000" cy="965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844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1844000">
                  <a:moveTo>
                    <a:pt x="0" y="0"/>
                  </a:moveTo>
                  <a:lnTo>
                    <a:pt x="21844000" y="0"/>
                  </a:lnTo>
                  <a:lnTo>
                    <a:pt x="218440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/>
            <a:p/>
          </p:txBody>
        </p:sp>
      </p:grpSp>
      <p:grpSp>
        <p:nvGrpSpPr>
          <p:cNvPr name="Group 4" id="4"/>
          <p:cNvGrpSpPr/>
          <p:nvPr/>
        </p:nvGrpSpPr>
        <p:grpSpPr>
          <a:xfrm rot="0">
            <a:off x="952500" y="666750"/>
            <a:ext cx="133350" cy="723900"/>
            <a:chOff x="0" y="0"/>
            <a:chExt cx="177800" cy="965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7800" cy="965200"/>
            </a:xfrm>
            <a:custGeom>
              <a:avLst/>
              <a:gdLst/>
              <a:ahLst/>
              <a:cxnLst/>
              <a:rect r="r" b="b" t="t" l="l"/>
              <a:pathLst>
                <a:path h="965200" w="177800">
                  <a:moveTo>
                    <a:pt x="0" y="0"/>
                  </a:moveTo>
                  <a:lnTo>
                    <a:pt x="177800" y="0"/>
                  </a:lnTo>
                  <a:lnTo>
                    <a:pt x="177800" y="965200"/>
                  </a:lnTo>
                  <a:lnTo>
                    <a:pt x="0" y="965200"/>
                  </a:lnTo>
                  <a:close/>
                </a:path>
              </a:pathLst>
            </a:custGeom>
            <a:solidFill>
              <a:srgbClr val="888888"/>
            </a:solidFill>
          </p:spPr>
          <p:txBody>
            <a:bodyPr/>
            <a:p/>
          </p:txBody>
        </p:sp>
      </p:grpSp>
      <p:grpSp>
        <p:nvGrpSpPr>
          <p:cNvPr name="Group 6" id="6"/>
          <p:cNvGrpSpPr/>
          <p:nvPr/>
        </p:nvGrpSpPr>
        <p:grpSpPr>
          <a:xfrm rot="0">
            <a:off x="1333500" y="666750"/>
            <a:ext cx="15240000" cy="723900"/>
            <a:chOff x="0" y="0"/>
            <a:chExt cx="20320000" cy="965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320000" cy="965200"/>
            </a:xfrm>
            <a:custGeom>
              <a:avLst/>
              <a:gdLst/>
              <a:ahLst/>
              <a:cxnLst/>
              <a:rect r="r" b="b" t="t" l="l"/>
              <a:pathLst>
                <a:path h="965200" w="20320000">
                  <a:moveTo>
                    <a:pt x="0" y="0"/>
                  </a:moveTo>
                  <a:lnTo>
                    <a:pt x="20320000" y="0"/>
                  </a:lnTo>
                  <a:lnTo>
                    <a:pt x="20320000" y="965200"/>
                  </a:lnTo>
                  <a:lnTo>
                    <a:pt x="0" y="965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0211" r="0" b="-360211"/>
              </a:stretch>
            </a:blip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9525"/>
              <a:ext cx="20320000" cy="974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960"/>
                </a:lnSpc>
              </a:pPr>
              <a:r>
                <a:rPr lang="en-US" sz="3300" b="true">
                  <a:solidFill>
                    <a:srgbClr val="1A1A1A"/>
                  </a:solidFill>
                  <a:latin typeface="BIZ UDPGothic Bold"/>
                  <a:ea typeface="BIZ UDPGothic Bold"/>
                  <a:cs typeface="BIZ UDPGothic Bold"/>
                  <a:sym typeface="BIZ UDPGothic Bold"/>
                </a:rPr>
                <a:t>30ページ目　図形と枠線と矢印が最後まで残るか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28688" y="1976438"/>
            <a:ext cx="4048125" cy="1381125"/>
            <a:chOff x="0" y="0"/>
            <a:chExt cx="5397500" cy="1841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39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39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090541" y="0"/>
                  </a:lnTo>
                  <a:cubicBezTo>
                    <a:pt x="5260086" y="0"/>
                    <a:pt x="5397500" y="137414"/>
                    <a:pt x="5397500" y="306959"/>
                  </a:cubicBezTo>
                  <a:lnTo>
                    <a:pt x="5397500" y="1534668"/>
                  </a:lnTo>
                  <a:cubicBezTo>
                    <a:pt x="5397500" y="1704213"/>
                    <a:pt x="5260086" y="1841627"/>
                    <a:pt x="509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AFAFA"/>
            </a:solidFill>
            <a:ln w="47625" cap="sq">
              <a:solidFill>
                <a:srgbClr val="444444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2500" y="2000250"/>
            <a:ext cx="4000500" cy="1333500"/>
            <a:chOff x="0" y="0"/>
            <a:chExt cx="5334000" cy="1778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33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334000">
                  <a:moveTo>
                    <a:pt x="0" y="0"/>
                  </a:moveTo>
                  <a:lnTo>
                    <a:pt x="5334000" y="0"/>
                  </a:lnTo>
                  <a:lnTo>
                    <a:pt x="533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455" r="0" b="-8455"/>
              </a:stretch>
            </a:blip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66675"/>
              <a:ext cx="533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A1A1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送信する側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334000" y="2381250"/>
            <a:ext cx="1905000" cy="762000"/>
            <a:chOff x="0" y="0"/>
            <a:chExt cx="2540000" cy="1016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40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540000">
                  <a:moveTo>
                    <a:pt x="0" y="254000"/>
                  </a:moveTo>
                  <a:lnTo>
                    <a:pt x="2032000" y="254000"/>
                  </a:lnTo>
                  <a:lnTo>
                    <a:pt x="2032000" y="0"/>
                  </a:lnTo>
                  <a:lnTo>
                    <a:pt x="2540000" y="508000"/>
                  </a:lnTo>
                  <a:lnTo>
                    <a:pt x="2032000" y="1016000"/>
                  </a:lnTo>
                  <a:lnTo>
                    <a:pt x="2032000" y="762000"/>
                  </a:lnTo>
                  <a:lnTo>
                    <a:pt x="0" y="762000"/>
                  </a:lnTo>
                  <a:close/>
                </a:path>
              </a:pathLst>
            </a:custGeom>
            <a:solidFill>
              <a:srgbClr val="3D3D3D"/>
            </a:solidFill>
          </p:spPr>
          <p:txBody>
            <a:bodyPr/>
            <a:p/>
          </p:txBody>
        </p:sp>
      </p:grpSp>
      <p:grpSp>
        <p:nvGrpSpPr>
          <p:cNvPr name="Group 16" id="16"/>
          <p:cNvGrpSpPr/>
          <p:nvPr/>
        </p:nvGrpSpPr>
        <p:grpSpPr>
          <a:xfrm rot="0">
            <a:off x="7596188" y="1976438"/>
            <a:ext cx="4238625" cy="1381125"/>
            <a:chOff x="0" y="0"/>
            <a:chExt cx="5651500" cy="18415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51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5651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5344541" y="0"/>
                  </a:lnTo>
                  <a:cubicBezTo>
                    <a:pt x="5514086" y="0"/>
                    <a:pt x="5651500" y="137414"/>
                    <a:pt x="5651500" y="306959"/>
                  </a:cubicBezTo>
                  <a:lnTo>
                    <a:pt x="5651500" y="1534668"/>
                  </a:lnTo>
                  <a:cubicBezTo>
                    <a:pt x="5651500" y="1704213"/>
                    <a:pt x="5514086" y="1841627"/>
                    <a:pt x="5344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FFE9C7"/>
            </a:solidFill>
            <a:ln w="47625" cap="sq">
              <a:solidFill>
                <a:srgbClr val="D08000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18" id="18"/>
          <p:cNvGrpSpPr/>
          <p:nvPr/>
        </p:nvGrpSpPr>
        <p:grpSpPr>
          <a:xfrm rot="0">
            <a:off x="7620000" y="2000250"/>
            <a:ext cx="4191000" cy="1333500"/>
            <a:chOff x="0" y="0"/>
            <a:chExt cx="5588000" cy="1778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88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5588000">
                  <a:moveTo>
                    <a:pt x="0" y="0"/>
                  </a:moveTo>
                  <a:lnTo>
                    <a:pt x="5588000" y="0"/>
                  </a:lnTo>
                  <a:lnTo>
                    <a:pt x="5588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238" r="0" b="-11238"/>
              </a:stretch>
            </a:blipFill>
          </p:spPr>
          <p:txBody>
            <a:bodyPr/>
            <a:p/>
          </p:txBody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5588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C25E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照合する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rot="92880">
            <a:off x="12167864" y="2652712"/>
            <a:ext cx="1762773" cy="0"/>
          </a:xfrm>
          <a:prstGeom prst="line">
            <a:avLst/>
          </a:prstGeom>
          <a:ln cap="rnd" w="28575">
            <a:solidFill>
              <a:srgbClr val="3D3D3D"/>
            </a:solidFill>
            <a:prstDash val="solid"/>
            <a:headEnd type="none" len="sm" w="sm"/>
            <a:tailEnd type="triangle" len="med" w="lg"/>
          </a:ln>
        </p:spPr>
        <p:txBody>
          <a:bodyPr/>
          <a:p/>
        </p:txBody>
      </p:sp>
      <p:grpSp>
        <p:nvGrpSpPr>
          <p:cNvPr name="Group 22" id="22"/>
          <p:cNvGrpSpPr/>
          <p:nvPr/>
        </p:nvGrpSpPr>
        <p:grpSpPr>
          <a:xfrm rot="0">
            <a:off x="14263688" y="1976438"/>
            <a:ext cx="3095625" cy="1381125"/>
            <a:chOff x="0" y="0"/>
            <a:chExt cx="4127500" cy="18415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127500" cy="1841627"/>
            </a:xfrm>
            <a:custGeom>
              <a:avLst/>
              <a:gdLst/>
              <a:ahLst/>
              <a:cxnLst/>
              <a:rect r="r" b="b" t="t" l="l"/>
              <a:pathLst>
                <a:path h="1841627" w="4127500">
                  <a:moveTo>
                    <a:pt x="0" y="306959"/>
                  </a:moveTo>
                  <a:cubicBezTo>
                    <a:pt x="0" y="137414"/>
                    <a:pt x="137414" y="0"/>
                    <a:pt x="306959" y="0"/>
                  </a:cubicBezTo>
                  <a:lnTo>
                    <a:pt x="3820541" y="0"/>
                  </a:lnTo>
                  <a:cubicBezTo>
                    <a:pt x="3990086" y="0"/>
                    <a:pt x="4127500" y="137414"/>
                    <a:pt x="4127500" y="306959"/>
                  </a:cubicBezTo>
                  <a:lnTo>
                    <a:pt x="4127500" y="1534668"/>
                  </a:lnTo>
                  <a:cubicBezTo>
                    <a:pt x="4127500" y="1704213"/>
                    <a:pt x="3990086" y="1841627"/>
                    <a:pt x="3820541" y="1841627"/>
                  </a:cubicBezTo>
                  <a:lnTo>
                    <a:pt x="306959" y="1841627"/>
                  </a:lnTo>
                  <a:cubicBezTo>
                    <a:pt x="137414" y="1841500"/>
                    <a:pt x="0" y="1704086"/>
                    <a:pt x="0" y="1534541"/>
                  </a:cubicBezTo>
                  <a:close/>
                </a:path>
              </a:pathLst>
            </a:custGeom>
            <a:solidFill>
              <a:srgbClr val="EAF4FF"/>
            </a:solidFill>
            <a:ln w="47625" cap="sq">
              <a:solidFill>
                <a:srgbClr val="3A7BD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287500" y="2000250"/>
            <a:ext cx="3048000" cy="1333500"/>
            <a:chOff x="0" y="0"/>
            <a:chExt cx="4064000" cy="1778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064000" cy="1778000"/>
            </a:xfrm>
            <a:custGeom>
              <a:avLst/>
              <a:gdLst/>
              <a:ahLst/>
              <a:cxnLst/>
              <a:rect r="r" b="b" t="t" l="l"/>
              <a:pathLst>
                <a:path h="1778000" w="4064000">
                  <a:moveTo>
                    <a:pt x="0" y="0"/>
                  </a:moveTo>
                  <a:lnTo>
                    <a:pt x="4064000" y="0"/>
                  </a:lnTo>
                  <a:lnTo>
                    <a:pt x="4064000" y="1778000"/>
                  </a:lnTo>
                  <a:lnTo>
                    <a:pt x="0" y="1778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132" t="0" r="-6132" b="0"/>
              </a:stretch>
            </a:blipFill>
          </p:spPr>
          <p:txBody>
            <a:bodyPr/>
            <a:p/>
          </p:txBody>
        </p:sp>
        <p:sp>
          <p:nvSpPr>
            <p:cNvPr name="TextBox 26" id="26"/>
            <p:cNvSpPr txBox="true"/>
            <p:nvPr/>
          </p:nvSpPr>
          <p:spPr>
            <a:xfrm>
              <a:off x="0" y="-66675"/>
              <a:ext cx="4064000" cy="18446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600"/>
                </a:lnSpc>
              </a:pPr>
              <a:r>
                <a:rPr lang="en-US" sz="3000" b="true">
                  <a:solidFill>
                    <a:srgbClr val="14385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返る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33450" y="4743450"/>
            <a:ext cx="3848100" cy="1276350"/>
            <a:chOff x="0" y="0"/>
            <a:chExt cx="5130800" cy="17018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29" id="29"/>
          <p:cNvGrpSpPr/>
          <p:nvPr/>
        </p:nvGrpSpPr>
        <p:grpSpPr>
          <a:xfrm rot="0">
            <a:off x="952500" y="4762500"/>
            <a:ext cx="3810000" cy="1238250"/>
            <a:chOff x="0" y="0"/>
            <a:chExt cx="5080000" cy="16510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1" id="3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① していない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5124450" y="4743450"/>
            <a:ext cx="3848100" cy="1276350"/>
            <a:chOff x="0" y="0"/>
            <a:chExt cx="5130800" cy="17018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4" id="34"/>
          <p:cNvGrpSpPr/>
          <p:nvPr/>
        </p:nvGrpSpPr>
        <p:grpSpPr>
          <a:xfrm rot="0">
            <a:off x="5143500" y="4762500"/>
            <a:ext cx="3810000" cy="1238250"/>
            <a:chOff x="0" y="0"/>
            <a:chExt cx="5080000" cy="1651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36" id="3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② 1〜2回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9315450" y="4743450"/>
            <a:ext cx="3848100" cy="1276350"/>
            <a:chOff x="0" y="0"/>
            <a:chExt cx="5130800" cy="1701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39" id="39"/>
          <p:cNvGrpSpPr/>
          <p:nvPr/>
        </p:nvGrpSpPr>
        <p:grpSpPr>
          <a:xfrm rot="0">
            <a:off x="9334500" y="4762500"/>
            <a:ext cx="3810000" cy="1238250"/>
            <a:chOff x="0" y="0"/>
            <a:chExt cx="5080000" cy="16510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1" id="41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③ 3〜5回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3506450" y="4743450"/>
            <a:ext cx="3848100" cy="1276350"/>
            <a:chOff x="0" y="0"/>
            <a:chExt cx="5130800" cy="1701800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5130800" cy="1701800"/>
            </a:xfrm>
            <a:custGeom>
              <a:avLst/>
              <a:gdLst/>
              <a:ahLst/>
              <a:cxnLst/>
              <a:rect r="r" b="b" t="t" l="l"/>
              <a:pathLst>
                <a:path h="1701800" w="5130800">
                  <a:moveTo>
                    <a:pt x="0" y="283591"/>
                  </a:moveTo>
                  <a:cubicBezTo>
                    <a:pt x="0" y="127000"/>
                    <a:pt x="127000" y="0"/>
                    <a:pt x="283591" y="0"/>
                  </a:cubicBezTo>
                  <a:lnTo>
                    <a:pt x="4847209" y="0"/>
                  </a:lnTo>
                  <a:cubicBezTo>
                    <a:pt x="5003800" y="0"/>
                    <a:pt x="5130800" y="127000"/>
                    <a:pt x="5130800" y="283591"/>
                  </a:cubicBezTo>
                  <a:lnTo>
                    <a:pt x="5130800" y="1418082"/>
                  </a:lnTo>
                  <a:cubicBezTo>
                    <a:pt x="5130800" y="1574800"/>
                    <a:pt x="5003800" y="1701800"/>
                    <a:pt x="4847209" y="1701800"/>
                  </a:cubicBezTo>
                  <a:lnTo>
                    <a:pt x="283591" y="1701800"/>
                  </a:lnTo>
                  <a:cubicBezTo>
                    <a:pt x="127000" y="1701800"/>
                    <a:pt x="0" y="1574800"/>
                    <a:pt x="0" y="141820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555555"/>
              </a:solidFill>
              <a:prstDash val="solid"/>
              <a:miter/>
            </a:ln>
          </p:spPr>
          <p:txBody>
            <a:bodyPr/>
            <a:p/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525500" y="4762500"/>
            <a:ext cx="3810000" cy="1238250"/>
            <a:chOff x="0" y="0"/>
            <a:chExt cx="50800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1651000"/>
                  </a:lnTo>
                  <a:lnTo>
                    <a:pt x="0" y="1651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953" r="0" b="-9953"/>
              </a:stretch>
            </a:blipFill>
          </p:spPr>
          <p:txBody>
            <a:bodyPr/>
            <a:p/>
          </p:txBody>
        </p:sp>
        <p:sp>
          <p:nvSpPr>
            <p:cNvPr name="TextBox 46" id="46"/>
            <p:cNvSpPr txBox="true"/>
            <p:nvPr/>
          </p:nvSpPr>
          <p:spPr>
            <a:xfrm>
              <a:off x="0" y="-57150"/>
              <a:ext cx="5080000" cy="1708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419"/>
                </a:lnSpc>
              </a:pPr>
              <a:r>
                <a:rPr lang="en-US" sz="2850">
                  <a:solidFill>
                    <a:srgbClr val="1A1A1A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④ 6回以上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952500" y="6600825"/>
            <a:ext cx="16383000" cy="197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>
                <a:solidFill>
                  <a:srgbClr val="1A1A1A"/>
                </a:solidFill>
                <a:latin typeface="Calibri (MS)"/>
                <a:ea typeface="Calibri (MS)"/>
                <a:cs typeface="Calibri (MS)"/>
                <a:sym typeface="Calibri (MS)"/>
              </a:rPr>
              <a:t>本文が入ります。ページ数が増えても図形が消えないかを見るための検証です。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DAHUf2JWN4Y</dc:identifier>
  <dcterms:modified xsi:type="dcterms:W3CDTF">2011-08-01T06:04:30Z</dcterms:modified>
  <cp:revision>1</cp:revision>
  <dc:title>pptx 30ページの規模テスト</dc:title>
</cp:coreProperties>
</file>